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_rels/presentation.xml.rels" ContentType="application/vnd.openxmlformats-package.relationships+xml"/>
  <Override PartName="/ppt/media/image1.jpeg" ContentType="image/jpeg"/>
  <Override PartName="/ppt/media/image6.png" ContentType="image/png"/>
  <Override PartName="/ppt/media/image2.png" ContentType="image/png"/>
  <Override PartName="/ppt/media/image3.png" ContentType="image/png"/>
  <Override PartName="/ppt/media/image4.png" ContentType="image/png"/>
  <Override PartName="/ppt/media/image5.png" ContentType="image/png"/>
  <Override PartName="/ppt/media/image7.png" ContentType="image/png"/>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7" r:id="rId6"/>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2216160" y="278640"/>
            <a:ext cx="677484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7"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EAE47C1F-EC27-4D26-A5DB-5E225B48D645}"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2216160" y="278640"/>
            <a:ext cx="677484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15"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3FDC52D2-EA4E-4E40-BFC4-89DB52591040}"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wo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2216160" y="278640"/>
            <a:ext cx="677484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3"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5EEE1B35-3C11-4DA6-9997-4F04715DFC6D}"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Only">
    <p:spTree>
      <p:nvGrpSpPr>
        <p:cNvPr id="1" name=""/>
        <p:cNvGrpSpPr/>
        <p:nvPr/>
      </p:nvGrpSpPr>
      <p:grpSpPr>
        <a:xfrm>
          <a:off x="0" y="0"/>
          <a:ext cx="0" cy="0"/>
          <a:chOff x="0" y="0"/>
          <a:chExt cx="0" cy="0"/>
        </a:xfrm>
      </p:grpSpPr>
      <p:sp>
        <p:nvSpPr>
          <p:cNvPr id="30" name="PlaceHolder 1"/>
          <p:cNvSpPr>
            <a:spLocks noGrp="1"/>
          </p:cNvSpPr>
          <p:nvPr>
            <p:ph type="title"/>
          </p:nvPr>
        </p:nvSpPr>
        <p:spPr>
          <a:xfrm>
            <a:off x="2216160" y="278640"/>
            <a:ext cx="677484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1"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952B9B79-0132-49FF-AE98-42AF2D5BA6C8}"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spTree>
      <p:nvGrpSpPr>
        <p:cNvPr id="1" name=""/>
        <p:cNvGrpSpPr/>
        <p:nvPr/>
      </p:nvGrpSpPr>
      <p:grpSpPr>
        <a:xfrm>
          <a:off x="0" y="0"/>
          <a:ext cx="0" cy="0"/>
          <a:chOff x="0" y="0"/>
          <a:chExt cx="0" cy="0"/>
        </a:xfrm>
      </p:grpSpPr>
      <p:sp>
        <p:nvSpPr>
          <p:cNvPr id="32" name="PlaceHolder 1"/>
          <p:cNvSpPr>
            <a:spLocks noGrp="1"/>
          </p:cNvSpPr>
          <p:nvPr>
            <p:ph type="title"/>
          </p:nvPr>
        </p:nvSpPr>
        <p:spPr>
          <a:xfrm>
            <a:off x="2216160" y="278640"/>
            <a:ext cx="677484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3"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2F657EDD-7D3D-4B99-988E-117507E01D74}"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p:spTree>
      <p:nvGrpSpPr>
        <p:cNvPr id="1" name=""/>
        <p:cNvGrpSpPr/>
        <p:nvPr/>
      </p:nvGrpSpPr>
      <p:grpSpPr>
        <a:xfrm>
          <a:off x="0" y="0"/>
          <a:ext cx="0" cy="0"/>
          <a:chOff x="0" y="0"/>
          <a:chExt cx="0" cy="0"/>
        </a:xfrm>
      </p:grpSpPr>
      <p:sp>
        <p:nvSpPr>
          <p:cNvPr id="40" name="PlaceHolder 1"/>
          <p:cNvSpPr>
            <a:spLocks noGrp="1"/>
          </p:cNvSpPr>
          <p:nvPr>
            <p:ph type="title"/>
          </p:nvPr>
        </p:nvSpPr>
        <p:spPr>
          <a:xfrm>
            <a:off x="2216160" y="278640"/>
            <a:ext cx="677484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41"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CF868FF0-B3F5-4AA8-9672-3489F957C948}" type="slidenum">
              <a:t>&lt;#&gt;</a:t>
            </a:fld>
          </a:p>
        </p:txBody>
      </p:sp>
      <p:sp>
        <p:nvSpPr>
          <p:cNvPr id="6" name="PlaceHolder 5"/>
          <p:cNvSpPr>
            <a:spLocks noGrp="1"/>
          </p:cNvSpPr>
          <p:nvPr>
            <p:ph type="dt" idx="15"/>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Relationship Id="rId4" Type="http://schemas.openxmlformats.org/officeDocument/2006/relationships/slideLayout" Target="../slideLayouts/slideLayout5.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0" name="bg object 16" descr=""/>
          <p:cNvPicPr/>
          <p:nvPr/>
        </p:nvPicPr>
        <p:blipFill>
          <a:blip r:embed="rId2"/>
          <a:stretch/>
        </p:blipFill>
        <p:spPr>
          <a:xfrm>
            <a:off x="0" y="0"/>
            <a:ext cx="12139920" cy="6857280"/>
          </a:xfrm>
          <a:prstGeom prst="rect">
            <a:avLst/>
          </a:prstGeom>
          <a:noFill/>
          <a:ln w="0">
            <a:noFill/>
          </a:ln>
        </p:spPr>
      </p:pic>
      <p:sp>
        <p:nvSpPr>
          <p:cNvPr id="1" name="PlaceHolder 1"/>
          <p:cNvSpPr>
            <a:spLocks noGrp="1"/>
          </p:cNvSpPr>
          <p:nvPr>
            <p:ph type="title"/>
          </p:nvPr>
        </p:nvSpPr>
        <p:spPr>
          <a:xfrm>
            <a:off x="2216160" y="453960"/>
            <a:ext cx="677484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 name="PlaceHolder 3"/>
          <p:cNvSpPr>
            <a:spLocks noGrp="1"/>
          </p:cNvSpPr>
          <p:nvPr>
            <p:ph type="ftr" idx="1"/>
          </p:nvPr>
        </p:nvSpPr>
        <p:spPr>
          <a:xfrm>
            <a:off x="4145400" y="6378120"/>
            <a:ext cx="3900600" cy="34236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 name="PlaceHolder 4"/>
          <p:cNvSpPr>
            <a:spLocks noGrp="1"/>
          </p:cNvSpPr>
          <p:nvPr>
            <p:ph type="sldNum" idx="2"/>
          </p:nvPr>
        </p:nvSpPr>
        <p:spPr>
          <a:xfrm>
            <a:off x="8778240" y="6378120"/>
            <a:ext cx="2803320" cy="34236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chemeClr val="dk1">
                    <a:tint val="75000"/>
                  </a:schemeClr>
                </a:solidFill>
                <a:effectLst/>
                <a:uFillTx/>
                <a:latin typeface="Times New Roman"/>
              </a:defRPr>
            </a:lvl1pPr>
          </a:lstStyle>
          <a:p>
            <a:pPr indent="0" algn="r">
              <a:lnSpc>
                <a:spcPct val="100000"/>
              </a:lnSpc>
              <a:buNone/>
              <a:tabLst>
                <a:tab algn="l" pos="0"/>
              </a:tabLst>
            </a:pPr>
            <a:fld id="{B5F48CB3-ED66-4683-A34B-4B6AF3631351}" type="slidenum">
              <a:rPr b="0" lang="en-US" sz="1400" strike="noStrike" u="none">
                <a:solidFill>
                  <a:schemeClr val="dk1">
                    <a:tint val="75000"/>
                  </a:schemeClr>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5" name="PlaceHolder 5"/>
          <p:cNvSpPr>
            <a:spLocks noGrp="1"/>
          </p:cNvSpPr>
          <p:nvPr>
            <p:ph type="dt" idx="3"/>
          </p:nvPr>
        </p:nvSpPr>
        <p:spPr>
          <a:xfrm>
            <a:off x="609480" y="6378120"/>
            <a:ext cx="2803320" cy="34236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8" name="bg object 16" descr=""/>
          <p:cNvPicPr/>
          <p:nvPr/>
        </p:nvPicPr>
        <p:blipFill>
          <a:blip r:embed="rId2"/>
          <a:stretch/>
        </p:blipFill>
        <p:spPr>
          <a:xfrm>
            <a:off x="0" y="0"/>
            <a:ext cx="12139920" cy="6857280"/>
          </a:xfrm>
          <a:prstGeom prst="rect">
            <a:avLst/>
          </a:prstGeom>
          <a:noFill/>
          <a:ln w="0">
            <a:noFill/>
          </a:ln>
        </p:spPr>
      </p:pic>
      <p:sp>
        <p:nvSpPr>
          <p:cNvPr id="9" name="PlaceHolder 1"/>
          <p:cNvSpPr>
            <a:spLocks noGrp="1"/>
          </p:cNvSpPr>
          <p:nvPr>
            <p:ph type="title"/>
          </p:nvPr>
        </p:nvSpPr>
        <p:spPr>
          <a:xfrm>
            <a:off x="2216160" y="453960"/>
            <a:ext cx="677484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0"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 name="PlaceHolder 3"/>
          <p:cNvSpPr>
            <a:spLocks noGrp="1"/>
          </p:cNvSpPr>
          <p:nvPr>
            <p:ph type="ftr" idx="4"/>
          </p:nvPr>
        </p:nvSpPr>
        <p:spPr>
          <a:xfrm>
            <a:off x="4145400" y="6378120"/>
            <a:ext cx="3900600" cy="34236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2" name="PlaceHolder 4"/>
          <p:cNvSpPr>
            <a:spLocks noGrp="1"/>
          </p:cNvSpPr>
          <p:nvPr>
            <p:ph type="sldNum" idx="5"/>
          </p:nvPr>
        </p:nvSpPr>
        <p:spPr>
          <a:xfrm>
            <a:off x="8778240" y="6378120"/>
            <a:ext cx="2803320" cy="34236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chemeClr val="dk1">
                    <a:tint val="75000"/>
                  </a:schemeClr>
                </a:solidFill>
                <a:effectLst/>
                <a:uFillTx/>
                <a:latin typeface="Times New Roman"/>
              </a:defRPr>
            </a:lvl1pPr>
          </a:lstStyle>
          <a:p>
            <a:pPr indent="0" algn="r">
              <a:lnSpc>
                <a:spcPct val="100000"/>
              </a:lnSpc>
              <a:buNone/>
              <a:tabLst>
                <a:tab algn="l" pos="0"/>
              </a:tabLst>
            </a:pPr>
            <a:fld id="{F1339FC7-5F79-4634-BF97-B8A533AFDB00}" type="slidenum">
              <a:rPr b="0" lang="en-US" sz="1400" strike="noStrike" u="none">
                <a:solidFill>
                  <a:schemeClr val="dk1">
                    <a:tint val="75000"/>
                  </a:schemeClr>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3" name="PlaceHolder 5"/>
          <p:cNvSpPr>
            <a:spLocks noGrp="1"/>
          </p:cNvSpPr>
          <p:nvPr>
            <p:ph type="dt" idx="6"/>
          </p:nvPr>
        </p:nvSpPr>
        <p:spPr>
          <a:xfrm>
            <a:off x="609480" y="6378120"/>
            <a:ext cx="2803320" cy="34236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6" name="bg object 16" descr=""/>
          <p:cNvPicPr/>
          <p:nvPr/>
        </p:nvPicPr>
        <p:blipFill>
          <a:blip r:embed="rId2"/>
          <a:stretch/>
        </p:blipFill>
        <p:spPr>
          <a:xfrm>
            <a:off x="0" y="0"/>
            <a:ext cx="12139920" cy="6857280"/>
          </a:xfrm>
          <a:prstGeom prst="rect">
            <a:avLst/>
          </a:prstGeom>
          <a:noFill/>
          <a:ln w="0">
            <a:noFill/>
          </a:ln>
        </p:spPr>
      </p:pic>
      <p:sp>
        <p:nvSpPr>
          <p:cNvPr id="17" name="PlaceHolder 1"/>
          <p:cNvSpPr>
            <a:spLocks noGrp="1"/>
          </p:cNvSpPr>
          <p:nvPr>
            <p:ph type="title"/>
          </p:nvPr>
        </p:nvSpPr>
        <p:spPr>
          <a:xfrm>
            <a:off x="2216160" y="453960"/>
            <a:ext cx="677484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8"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9" name="PlaceHolder 3"/>
          <p:cNvSpPr>
            <a:spLocks noGrp="1"/>
          </p:cNvSpPr>
          <p:nvPr>
            <p:ph type="ftr" idx="7"/>
          </p:nvPr>
        </p:nvSpPr>
        <p:spPr>
          <a:xfrm>
            <a:off x="4145400" y="6378120"/>
            <a:ext cx="3900600" cy="34236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0" name="PlaceHolder 4"/>
          <p:cNvSpPr>
            <a:spLocks noGrp="1"/>
          </p:cNvSpPr>
          <p:nvPr>
            <p:ph type="sldNum" idx="8"/>
          </p:nvPr>
        </p:nvSpPr>
        <p:spPr>
          <a:xfrm>
            <a:off x="8778240" y="6378120"/>
            <a:ext cx="2803320" cy="34236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chemeClr val="dk1">
                    <a:tint val="75000"/>
                  </a:schemeClr>
                </a:solidFill>
                <a:effectLst/>
                <a:uFillTx/>
                <a:latin typeface="Times New Roman"/>
              </a:defRPr>
            </a:lvl1pPr>
          </a:lstStyle>
          <a:p>
            <a:pPr indent="0" algn="r">
              <a:lnSpc>
                <a:spcPct val="100000"/>
              </a:lnSpc>
              <a:buNone/>
              <a:tabLst>
                <a:tab algn="l" pos="0"/>
              </a:tabLst>
            </a:pPr>
            <a:fld id="{0BF9602C-F88E-442A-A3BD-6C3C775333A0}" type="slidenum">
              <a:rPr b="0" lang="en-US" sz="1400" strike="noStrike" u="none">
                <a:solidFill>
                  <a:schemeClr val="dk1">
                    <a:tint val="75000"/>
                  </a:schemeClr>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1" name="PlaceHolder 5"/>
          <p:cNvSpPr>
            <a:spLocks noGrp="1"/>
          </p:cNvSpPr>
          <p:nvPr>
            <p:ph type="dt" idx="9"/>
          </p:nvPr>
        </p:nvSpPr>
        <p:spPr>
          <a:xfrm>
            <a:off x="609480" y="6378120"/>
            <a:ext cx="2803320" cy="34236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4" name="bg object 16" descr=""/>
          <p:cNvPicPr/>
          <p:nvPr/>
        </p:nvPicPr>
        <p:blipFill>
          <a:blip r:embed="rId2"/>
          <a:stretch/>
        </p:blipFill>
        <p:spPr>
          <a:xfrm>
            <a:off x="0" y="0"/>
            <a:ext cx="12139920" cy="6857280"/>
          </a:xfrm>
          <a:prstGeom prst="rect">
            <a:avLst/>
          </a:prstGeom>
          <a:noFill/>
          <a:ln w="0">
            <a:noFill/>
          </a:ln>
        </p:spPr>
      </p:pic>
      <p:sp>
        <p:nvSpPr>
          <p:cNvPr id="25" name="PlaceHolder 1"/>
          <p:cNvSpPr>
            <a:spLocks noGrp="1"/>
          </p:cNvSpPr>
          <p:nvPr>
            <p:ph type="title"/>
          </p:nvPr>
        </p:nvSpPr>
        <p:spPr>
          <a:xfrm>
            <a:off x="2216160" y="453960"/>
            <a:ext cx="677484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6"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7" name="PlaceHolder 3"/>
          <p:cNvSpPr>
            <a:spLocks noGrp="1"/>
          </p:cNvSpPr>
          <p:nvPr>
            <p:ph type="ftr" idx="10"/>
          </p:nvPr>
        </p:nvSpPr>
        <p:spPr>
          <a:xfrm>
            <a:off x="4145400" y="6378120"/>
            <a:ext cx="3900600" cy="34236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8" name="PlaceHolder 4"/>
          <p:cNvSpPr>
            <a:spLocks noGrp="1"/>
          </p:cNvSpPr>
          <p:nvPr>
            <p:ph type="sldNum" idx="11"/>
          </p:nvPr>
        </p:nvSpPr>
        <p:spPr>
          <a:xfrm>
            <a:off x="8778240" y="6378120"/>
            <a:ext cx="2803320" cy="34236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chemeClr val="dk1">
                    <a:tint val="75000"/>
                  </a:schemeClr>
                </a:solidFill>
                <a:effectLst/>
                <a:uFillTx/>
                <a:latin typeface="Times New Roman"/>
              </a:defRPr>
            </a:lvl1pPr>
          </a:lstStyle>
          <a:p>
            <a:pPr indent="0" algn="r">
              <a:lnSpc>
                <a:spcPct val="100000"/>
              </a:lnSpc>
              <a:buNone/>
              <a:tabLst>
                <a:tab algn="l" pos="0"/>
              </a:tabLst>
            </a:pPr>
            <a:fld id="{77FC301C-08E5-4193-906F-9F324B320DFC}" type="slidenum">
              <a:rPr b="0" lang="en-US" sz="1400" strike="noStrike" u="none">
                <a:solidFill>
                  <a:schemeClr val="dk1">
                    <a:tint val="75000"/>
                  </a:schemeClr>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9" name="PlaceHolder 5"/>
          <p:cNvSpPr>
            <a:spLocks noGrp="1"/>
          </p:cNvSpPr>
          <p:nvPr>
            <p:ph type="dt" idx="12"/>
          </p:nvPr>
        </p:nvSpPr>
        <p:spPr>
          <a:xfrm>
            <a:off x="609480" y="6378120"/>
            <a:ext cx="2803320" cy="34236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3"/>
    <p:sldLayoutId id="2147483656"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34" name="bg object 16" descr=""/>
          <p:cNvPicPr/>
          <p:nvPr/>
        </p:nvPicPr>
        <p:blipFill>
          <a:blip r:embed="rId2"/>
          <a:stretch/>
        </p:blipFill>
        <p:spPr>
          <a:xfrm>
            <a:off x="0" y="0"/>
            <a:ext cx="12139920" cy="6857280"/>
          </a:xfrm>
          <a:prstGeom prst="rect">
            <a:avLst/>
          </a:prstGeom>
          <a:noFill/>
          <a:ln w="0">
            <a:noFill/>
          </a:ln>
        </p:spPr>
      </p:pic>
      <p:sp>
        <p:nvSpPr>
          <p:cNvPr id="35" name="PlaceHolder 1"/>
          <p:cNvSpPr>
            <a:spLocks noGrp="1"/>
          </p:cNvSpPr>
          <p:nvPr>
            <p:ph type="title"/>
          </p:nvPr>
        </p:nvSpPr>
        <p:spPr>
          <a:xfrm>
            <a:off x="2216160" y="453960"/>
            <a:ext cx="677484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6"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7" name="PlaceHolder 3"/>
          <p:cNvSpPr>
            <a:spLocks noGrp="1"/>
          </p:cNvSpPr>
          <p:nvPr>
            <p:ph type="ftr" idx="13"/>
          </p:nvPr>
        </p:nvSpPr>
        <p:spPr>
          <a:xfrm>
            <a:off x="4145400" y="6378120"/>
            <a:ext cx="3900600" cy="34236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8" name="PlaceHolder 4"/>
          <p:cNvSpPr>
            <a:spLocks noGrp="1"/>
          </p:cNvSpPr>
          <p:nvPr>
            <p:ph type="sldNum" idx="14"/>
          </p:nvPr>
        </p:nvSpPr>
        <p:spPr>
          <a:xfrm>
            <a:off x="8778240" y="6378120"/>
            <a:ext cx="2803320" cy="34236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chemeClr val="dk1">
                    <a:tint val="75000"/>
                  </a:schemeClr>
                </a:solidFill>
                <a:effectLst/>
                <a:uFillTx/>
                <a:latin typeface="Times New Roman"/>
              </a:defRPr>
            </a:lvl1pPr>
          </a:lstStyle>
          <a:p>
            <a:pPr indent="0" algn="r">
              <a:lnSpc>
                <a:spcPct val="100000"/>
              </a:lnSpc>
              <a:buNone/>
              <a:tabLst>
                <a:tab algn="l" pos="0"/>
              </a:tabLst>
            </a:pPr>
            <a:fld id="{C3DC8347-20D5-43D0-8FFE-6FD24FD6C72A}" type="slidenum">
              <a:rPr b="0" lang="en-US" sz="1400" strike="noStrike" u="none">
                <a:solidFill>
                  <a:schemeClr val="dk1">
                    <a:tint val="75000"/>
                  </a:schemeClr>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39" name="PlaceHolder 5"/>
          <p:cNvSpPr>
            <a:spLocks noGrp="1"/>
          </p:cNvSpPr>
          <p:nvPr>
            <p:ph type="dt" idx="15"/>
          </p:nvPr>
        </p:nvSpPr>
        <p:spPr>
          <a:xfrm>
            <a:off x="609480" y="6378120"/>
            <a:ext cx="2803320" cy="34236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8"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hyperlink" Target="https://attack.mitre.org/" TargetMode="External"/><Relationship Id="rId2" Type="http://schemas.openxmlformats.org/officeDocument/2006/relationships/hyperlink" Target="https://nvd.nist.gov/" TargetMode="External"/><Relationship Id="rId3" Type="http://schemas.openxmlformats.org/officeDocument/2006/relationships/hyperlink" Target="https://www.cisa.gov/known-exploited-vulnerabilities-catalog" TargetMode="External"/><Relationship Id="rId4" Type="http://schemas.openxmlformats.org/officeDocument/2006/relationships/hyperlink" Target="https://www.cisa.gov/known-exploited-vulnerabilities-catalog" TargetMode="External"/><Relationship Id="rId5" Type="http://schemas.openxmlformats.org/officeDocument/2006/relationships/hyperlink" Target="https://www.cisa.gov/known-exploited-vulnerabilities-catalog" TargetMode="External"/><Relationship Id="rId6" Type="http://schemas.openxmlformats.org/officeDocument/2006/relationships/hyperlink" Target="https://www.cisa.gov/known-exploited-vulnerabilities-catalog" TargetMode="External"/><Relationship Id="rId7" Type="http://schemas.openxmlformats.org/officeDocument/2006/relationships/hyperlink" Target="https://www.cisa.gov/known-exploited-vulnerabilities-catalog" TargetMode="External"/><Relationship Id="rId8" Type="http://schemas.openxmlformats.org/officeDocument/2006/relationships/hyperlink" Target="https://www.cisa.gov/known-exploited-vulnerabilities-catalog" TargetMode="External"/><Relationship Id="rId9" Type="http://schemas.openxmlformats.org/officeDocument/2006/relationships/hyperlink" Target="https://www.cisa.gov/known-exploited-vulnerabilities-catalog" TargetMode="External"/><Relationship Id="rId10" Type="http://schemas.openxmlformats.org/officeDocument/2006/relationships/hyperlink" Target="https://python.langchain.com/" TargetMode="External"/><Relationship Id="rId11" Type="http://schemas.openxmlformats.org/officeDocument/2006/relationships/hyperlink" Target="https://neo4j.com/docs" TargetMode="External"/><Relationship Id="rId12"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2" name="object 2"/>
          <p:cNvGrpSpPr/>
          <p:nvPr/>
        </p:nvGrpSpPr>
        <p:grpSpPr>
          <a:xfrm>
            <a:off x="1166760" y="1433520"/>
            <a:ext cx="9867960" cy="2104200"/>
            <a:chOff x="1166760" y="1433520"/>
            <a:chExt cx="9867960" cy="2104200"/>
          </a:xfrm>
        </p:grpSpPr>
        <p:sp>
          <p:nvSpPr>
            <p:cNvPr id="43" name="object 3"/>
            <p:cNvSpPr/>
            <p:nvPr/>
          </p:nvSpPr>
          <p:spPr>
            <a:xfrm>
              <a:off x="1166760" y="1433520"/>
              <a:ext cx="9867960" cy="685080"/>
            </a:xfrm>
            <a:custGeom>
              <a:avLst/>
              <a:gdLst>
                <a:gd name="textAreaLeft" fmla="*/ 0 w 9867960"/>
                <a:gd name="textAreaRight" fmla="*/ 9868680 w 9867960"/>
                <a:gd name="textAreaTop" fmla="*/ 0 h 685080"/>
                <a:gd name="textAreaBottom" fmla="*/ 685800 h 685080"/>
              </a:gdLst>
              <a:ahLst/>
              <a:cxnLst/>
              <a:rect l="textAreaLeft" t="textAreaTop" r="textAreaRight" b="textAreaBottom"/>
              <a:pathLst>
                <a:path w="9868535" h="685800">
                  <a:moveTo>
                    <a:pt x="9584245" y="0"/>
                  </a:moveTo>
                  <a:lnTo>
                    <a:pt x="283654" y="0"/>
                  </a:lnTo>
                  <a:lnTo>
                    <a:pt x="237660" y="3705"/>
                  </a:lnTo>
                  <a:lnTo>
                    <a:pt x="194023" y="14432"/>
                  </a:lnTo>
                  <a:lnTo>
                    <a:pt x="153328" y="31598"/>
                  </a:lnTo>
                  <a:lnTo>
                    <a:pt x="116160" y="54620"/>
                  </a:lnTo>
                  <a:lnTo>
                    <a:pt x="83105" y="82915"/>
                  </a:lnTo>
                  <a:lnTo>
                    <a:pt x="54748" y="115900"/>
                  </a:lnTo>
                  <a:lnTo>
                    <a:pt x="31673" y="152992"/>
                  </a:lnTo>
                  <a:lnTo>
                    <a:pt x="14467" y="193608"/>
                  </a:lnTo>
                  <a:lnTo>
                    <a:pt x="3714" y="237166"/>
                  </a:lnTo>
                  <a:lnTo>
                    <a:pt x="0" y="283083"/>
                  </a:lnTo>
                  <a:lnTo>
                    <a:pt x="0" y="685800"/>
                  </a:lnTo>
                  <a:lnTo>
                    <a:pt x="3714" y="639849"/>
                  </a:lnTo>
                  <a:lnTo>
                    <a:pt x="14467" y="596263"/>
                  </a:lnTo>
                  <a:lnTo>
                    <a:pt x="31673" y="555626"/>
                  </a:lnTo>
                  <a:lnTo>
                    <a:pt x="54748" y="518517"/>
                  </a:lnTo>
                  <a:lnTo>
                    <a:pt x="83105" y="485521"/>
                  </a:lnTo>
                  <a:lnTo>
                    <a:pt x="116160" y="457218"/>
                  </a:lnTo>
                  <a:lnTo>
                    <a:pt x="153328" y="434191"/>
                  </a:lnTo>
                  <a:lnTo>
                    <a:pt x="194023" y="417023"/>
                  </a:lnTo>
                  <a:lnTo>
                    <a:pt x="237660" y="406295"/>
                  </a:lnTo>
                  <a:lnTo>
                    <a:pt x="283654" y="402589"/>
                  </a:lnTo>
                  <a:lnTo>
                    <a:pt x="9584245" y="402589"/>
                  </a:lnTo>
                  <a:lnTo>
                    <a:pt x="9630241" y="406295"/>
                  </a:lnTo>
                  <a:lnTo>
                    <a:pt x="9673883" y="417023"/>
                  </a:lnTo>
                  <a:lnTo>
                    <a:pt x="9714585" y="434191"/>
                  </a:lnTo>
                  <a:lnTo>
                    <a:pt x="9751761" y="457218"/>
                  </a:lnTo>
                  <a:lnTo>
                    <a:pt x="9784826" y="485521"/>
                  </a:lnTo>
                  <a:lnTo>
                    <a:pt x="9813192" y="518517"/>
                  </a:lnTo>
                  <a:lnTo>
                    <a:pt x="9836276" y="555626"/>
                  </a:lnTo>
                  <a:lnTo>
                    <a:pt x="9853489" y="596263"/>
                  </a:lnTo>
                  <a:lnTo>
                    <a:pt x="9864247" y="639849"/>
                  </a:lnTo>
                  <a:lnTo>
                    <a:pt x="9867963" y="685800"/>
                  </a:lnTo>
                  <a:lnTo>
                    <a:pt x="9867963" y="283083"/>
                  </a:lnTo>
                  <a:lnTo>
                    <a:pt x="9864247" y="237166"/>
                  </a:lnTo>
                  <a:lnTo>
                    <a:pt x="9853489" y="193608"/>
                  </a:lnTo>
                  <a:lnTo>
                    <a:pt x="9836276" y="152992"/>
                  </a:lnTo>
                  <a:lnTo>
                    <a:pt x="9813192" y="115900"/>
                  </a:lnTo>
                  <a:lnTo>
                    <a:pt x="9784826" y="82915"/>
                  </a:lnTo>
                  <a:lnTo>
                    <a:pt x="9751761" y="54620"/>
                  </a:lnTo>
                  <a:lnTo>
                    <a:pt x="9714585" y="31598"/>
                  </a:lnTo>
                  <a:lnTo>
                    <a:pt x="9673883" y="14432"/>
                  </a:lnTo>
                  <a:lnTo>
                    <a:pt x="9630241" y="3705"/>
                  </a:lnTo>
                  <a:lnTo>
                    <a:pt x="9584245" y="0"/>
                  </a:lnTo>
                  <a:close/>
                </a:path>
              </a:pathLst>
            </a:custGeom>
            <a:solidFill>
              <a:srgbClr val="00afef"/>
            </a:solidFill>
            <a:ln w="0">
              <a:noFill/>
            </a:ln>
          </p:spPr>
          <p:style>
            <a:lnRef idx="0"/>
            <a:fillRef idx="0"/>
            <a:effectRef idx="0"/>
            <a:fontRef idx="minor"/>
          </p:style>
          <p:txBody>
            <a:bodyPr lIns="0" rIns="0" tIns="0" bIns="0" anchor="t">
              <a:noAutofit/>
            </a:bodyPr>
            <a:p>
              <a:pPr>
                <a:lnSpc>
                  <a:spcPct val="100000"/>
                </a:lnSpc>
              </a:pPr>
              <a:endParaRPr b="0" lang="en-US" sz="1800" strike="noStrike" u="none">
                <a:solidFill>
                  <a:srgbClr val="000000"/>
                </a:solidFill>
                <a:effectLst/>
                <a:uFillTx/>
                <a:latin typeface="Arial"/>
                <a:ea typeface="DejaVu Sans"/>
              </a:endParaRPr>
            </a:p>
          </p:txBody>
        </p:sp>
        <p:sp>
          <p:nvSpPr>
            <p:cNvPr id="44" name="object 4"/>
            <p:cNvSpPr/>
            <p:nvPr/>
          </p:nvSpPr>
          <p:spPr>
            <a:xfrm>
              <a:off x="1166760" y="1433520"/>
              <a:ext cx="9867960" cy="685080"/>
            </a:xfrm>
            <a:custGeom>
              <a:avLst/>
              <a:gdLst>
                <a:gd name="textAreaLeft" fmla="*/ 0 w 9867960"/>
                <a:gd name="textAreaRight" fmla="*/ 9868680 w 9867960"/>
                <a:gd name="textAreaTop" fmla="*/ 0 h 685080"/>
                <a:gd name="textAreaBottom" fmla="*/ 685800 h 685080"/>
              </a:gdLst>
              <a:ahLst/>
              <a:cxnLst/>
              <a:rect l="textAreaLeft" t="textAreaTop" r="textAreaRight" b="textAreaBottom"/>
              <a:pathLst>
                <a:path w="9868535" h="685800">
                  <a:moveTo>
                    <a:pt x="283654" y="0"/>
                  </a:moveTo>
                  <a:lnTo>
                    <a:pt x="9584245" y="0"/>
                  </a:lnTo>
                  <a:lnTo>
                    <a:pt x="9630241" y="3705"/>
                  </a:lnTo>
                  <a:lnTo>
                    <a:pt x="9673883" y="14432"/>
                  </a:lnTo>
                  <a:lnTo>
                    <a:pt x="9714585" y="31598"/>
                  </a:lnTo>
                  <a:lnTo>
                    <a:pt x="9751761" y="54620"/>
                  </a:lnTo>
                  <a:lnTo>
                    <a:pt x="9784826" y="82915"/>
                  </a:lnTo>
                  <a:lnTo>
                    <a:pt x="9813192" y="115900"/>
                  </a:lnTo>
                  <a:lnTo>
                    <a:pt x="9836276" y="152992"/>
                  </a:lnTo>
                  <a:lnTo>
                    <a:pt x="9853489" y="193608"/>
                  </a:lnTo>
                  <a:lnTo>
                    <a:pt x="9864247" y="237166"/>
                  </a:lnTo>
                  <a:lnTo>
                    <a:pt x="9867963" y="283083"/>
                  </a:lnTo>
                  <a:lnTo>
                    <a:pt x="9867963" y="685800"/>
                  </a:lnTo>
                  <a:lnTo>
                    <a:pt x="9864247" y="639849"/>
                  </a:lnTo>
                  <a:lnTo>
                    <a:pt x="9853489" y="596263"/>
                  </a:lnTo>
                  <a:lnTo>
                    <a:pt x="9836276" y="555626"/>
                  </a:lnTo>
                  <a:lnTo>
                    <a:pt x="9813192" y="518517"/>
                  </a:lnTo>
                  <a:lnTo>
                    <a:pt x="9784826" y="485521"/>
                  </a:lnTo>
                  <a:lnTo>
                    <a:pt x="9751761" y="457218"/>
                  </a:lnTo>
                  <a:lnTo>
                    <a:pt x="9714585" y="434191"/>
                  </a:lnTo>
                  <a:lnTo>
                    <a:pt x="9673883" y="417023"/>
                  </a:lnTo>
                  <a:lnTo>
                    <a:pt x="9630241" y="406295"/>
                  </a:lnTo>
                  <a:lnTo>
                    <a:pt x="9584245" y="402589"/>
                  </a:lnTo>
                  <a:lnTo>
                    <a:pt x="283654" y="402589"/>
                  </a:lnTo>
                  <a:lnTo>
                    <a:pt x="237660" y="406295"/>
                  </a:lnTo>
                  <a:lnTo>
                    <a:pt x="194023" y="417023"/>
                  </a:lnTo>
                  <a:lnTo>
                    <a:pt x="153328" y="434191"/>
                  </a:lnTo>
                  <a:lnTo>
                    <a:pt x="116160" y="457218"/>
                  </a:lnTo>
                  <a:lnTo>
                    <a:pt x="83105" y="485521"/>
                  </a:lnTo>
                  <a:lnTo>
                    <a:pt x="54748" y="518517"/>
                  </a:lnTo>
                  <a:lnTo>
                    <a:pt x="31673" y="555626"/>
                  </a:lnTo>
                  <a:lnTo>
                    <a:pt x="14467" y="596263"/>
                  </a:lnTo>
                  <a:lnTo>
                    <a:pt x="3714" y="639849"/>
                  </a:lnTo>
                  <a:lnTo>
                    <a:pt x="0" y="685800"/>
                  </a:lnTo>
                  <a:lnTo>
                    <a:pt x="0" y="283083"/>
                  </a:lnTo>
                  <a:lnTo>
                    <a:pt x="3714" y="237166"/>
                  </a:lnTo>
                  <a:lnTo>
                    <a:pt x="14467" y="193608"/>
                  </a:lnTo>
                  <a:lnTo>
                    <a:pt x="31673" y="152992"/>
                  </a:lnTo>
                  <a:lnTo>
                    <a:pt x="54748" y="115900"/>
                  </a:lnTo>
                  <a:lnTo>
                    <a:pt x="83105" y="82915"/>
                  </a:lnTo>
                  <a:lnTo>
                    <a:pt x="116160" y="54620"/>
                  </a:lnTo>
                  <a:lnTo>
                    <a:pt x="153328" y="31598"/>
                  </a:lnTo>
                  <a:lnTo>
                    <a:pt x="194023" y="14432"/>
                  </a:lnTo>
                  <a:lnTo>
                    <a:pt x="237660" y="3705"/>
                  </a:lnTo>
                  <a:lnTo>
                    <a:pt x="283654" y="0"/>
                  </a:lnTo>
                  <a:close/>
                </a:path>
              </a:pathLst>
            </a:custGeom>
            <a:noFill/>
            <a:ln w="25560">
              <a:solidFill>
                <a:srgbClr val="00afef"/>
              </a:solidFill>
              <a:round/>
            </a:ln>
          </p:spPr>
          <p:style>
            <a:lnRef idx="0"/>
            <a:fillRef idx="0"/>
            <a:effectRef idx="0"/>
            <a:fontRef idx="minor"/>
          </p:style>
          <p:txBody>
            <a:bodyPr lIns="0" rIns="0" tIns="0" bIns="0" anchor="t">
              <a:noAutofit/>
            </a:bodyPr>
            <a:p>
              <a:pPr>
                <a:lnSpc>
                  <a:spcPct val="100000"/>
                </a:lnSpc>
              </a:pPr>
              <a:endParaRPr b="0" lang="en-US" sz="1800" strike="noStrike" u="none">
                <a:solidFill>
                  <a:srgbClr val="000000"/>
                </a:solidFill>
                <a:effectLst/>
                <a:uFillTx/>
                <a:latin typeface="Arial"/>
                <a:ea typeface="DejaVu Sans"/>
              </a:endParaRPr>
            </a:p>
          </p:txBody>
        </p:sp>
        <p:sp>
          <p:nvSpPr>
            <p:cNvPr id="45" name="object 5"/>
            <p:cNvSpPr/>
            <p:nvPr/>
          </p:nvSpPr>
          <p:spPr>
            <a:xfrm>
              <a:off x="1166760" y="1833480"/>
              <a:ext cx="9867960" cy="1704240"/>
            </a:xfrm>
            <a:custGeom>
              <a:avLst/>
              <a:gdLst>
                <a:gd name="textAreaLeft" fmla="*/ 0 w 9867960"/>
                <a:gd name="textAreaRight" fmla="*/ 9868680 w 9867960"/>
                <a:gd name="textAreaTop" fmla="*/ 0 h 1704240"/>
                <a:gd name="textAreaBottom" fmla="*/ 1704960 h 1704240"/>
              </a:gdLst>
              <a:ahLst/>
              <a:cxnLst/>
              <a:rect l="textAreaLeft" t="textAreaTop" r="textAreaRight" b="textAreaBottom"/>
              <a:pathLst>
                <a:path w="9868535" h="1704975">
                  <a:moveTo>
                    <a:pt x="9583737" y="0"/>
                  </a:moveTo>
                  <a:lnTo>
                    <a:pt x="284162" y="0"/>
                  </a:lnTo>
                  <a:lnTo>
                    <a:pt x="238061" y="3716"/>
                  </a:lnTo>
                  <a:lnTo>
                    <a:pt x="194332" y="14476"/>
                  </a:lnTo>
                  <a:lnTo>
                    <a:pt x="153558" y="31697"/>
                  </a:lnTo>
                  <a:lnTo>
                    <a:pt x="116325" y="54794"/>
                  </a:lnTo>
                  <a:lnTo>
                    <a:pt x="83216" y="83184"/>
                  </a:lnTo>
                  <a:lnTo>
                    <a:pt x="54817" y="116284"/>
                  </a:lnTo>
                  <a:lnTo>
                    <a:pt x="31711" y="153508"/>
                  </a:lnTo>
                  <a:lnTo>
                    <a:pt x="14483" y="194275"/>
                  </a:lnTo>
                  <a:lnTo>
                    <a:pt x="3718" y="238000"/>
                  </a:lnTo>
                  <a:lnTo>
                    <a:pt x="0" y="284099"/>
                  </a:lnTo>
                  <a:lnTo>
                    <a:pt x="0" y="1420749"/>
                  </a:lnTo>
                  <a:lnTo>
                    <a:pt x="3718" y="1466851"/>
                  </a:lnTo>
                  <a:lnTo>
                    <a:pt x="14483" y="1510585"/>
                  </a:lnTo>
                  <a:lnTo>
                    <a:pt x="31711" y="1551366"/>
                  </a:lnTo>
                  <a:lnTo>
                    <a:pt x="54817" y="1588608"/>
                  </a:lnTo>
                  <a:lnTo>
                    <a:pt x="83216" y="1621726"/>
                  </a:lnTo>
                  <a:lnTo>
                    <a:pt x="116325" y="1650135"/>
                  </a:lnTo>
                  <a:lnTo>
                    <a:pt x="153558" y="1673249"/>
                  </a:lnTo>
                  <a:lnTo>
                    <a:pt x="194332" y="1690484"/>
                  </a:lnTo>
                  <a:lnTo>
                    <a:pt x="238061" y="1701254"/>
                  </a:lnTo>
                  <a:lnTo>
                    <a:pt x="284162" y="1704975"/>
                  </a:lnTo>
                  <a:lnTo>
                    <a:pt x="9583737" y="1704975"/>
                  </a:lnTo>
                  <a:lnTo>
                    <a:pt x="9629840" y="1701254"/>
                  </a:lnTo>
                  <a:lnTo>
                    <a:pt x="9673574" y="1690484"/>
                  </a:lnTo>
                  <a:lnTo>
                    <a:pt x="9714354" y="1673249"/>
                  </a:lnTo>
                  <a:lnTo>
                    <a:pt x="9751596" y="1650135"/>
                  </a:lnTo>
                  <a:lnTo>
                    <a:pt x="9784715" y="1621726"/>
                  </a:lnTo>
                  <a:lnTo>
                    <a:pt x="9813123" y="1588608"/>
                  </a:lnTo>
                  <a:lnTo>
                    <a:pt x="9836238" y="1551366"/>
                  </a:lnTo>
                  <a:lnTo>
                    <a:pt x="9853473" y="1510585"/>
                  </a:lnTo>
                  <a:lnTo>
                    <a:pt x="9864243" y="1466851"/>
                  </a:lnTo>
                  <a:lnTo>
                    <a:pt x="9867963" y="1420749"/>
                  </a:lnTo>
                  <a:lnTo>
                    <a:pt x="9867963" y="284099"/>
                  </a:lnTo>
                  <a:lnTo>
                    <a:pt x="9864243" y="238000"/>
                  </a:lnTo>
                  <a:lnTo>
                    <a:pt x="9853473" y="194275"/>
                  </a:lnTo>
                  <a:lnTo>
                    <a:pt x="9836238" y="153508"/>
                  </a:lnTo>
                  <a:lnTo>
                    <a:pt x="9813123" y="116284"/>
                  </a:lnTo>
                  <a:lnTo>
                    <a:pt x="9784715" y="83184"/>
                  </a:lnTo>
                  <a:lnTo>
                    <a:pt x="9751596" y="54794"/>
                  </a:lnTo>
                  <a:lnTo>
                    <a:pt x="9714354" y="31697"/>
                  </a:lnTo>
                  <a:lnTo>
                    <a:pt x="9673574" y="14476"/>
                  </a:lnTo>
                  <a:lnTo>
                    <a:pt x="9629840" y="3716"/>
                  </a:lnTo>
                  <a:lnTo>
                    <a:pt x="9583737" y="0"/>
                  </a:lnTo>
                  <a:close/>
                </a:path>
              </a:pathLst>
            </a:custGeom>
            <a:solidFill>
              <a:srgbClr val="ffffff"/>
            </a:solidFill>
            <a:ln w="0">
              <a:noFill/>
            </a:ln>
          </p:spPr>
          <p:style>
            <a:lnRef idx="0"/>
            <a:fillRef idx="0"/>
            <a:effectRef idx="0"/>
            <a:fontRef idx="minor"/>
          </p:style>
          <p:txBody>
            <a:bodyPr lIns="0" rIns="0" tIns="0" bIns="0" anchor="t">
              <a:noAutofit/>
            </a:bodyPr>
            <a:p>
              <a:pPr>
                <a:lnSpc>
                  <a:spcPct val="100000"/>
                </a:lnSpc>
              </a:pPr>
              <a:endParaRPr b="0" lang="en-US" sz="1800" strike="noStrike" u="none">
                <a:solidFill>
                  <a:srgbClr val="000000"/>
                </a:solidFill>
                <a:effectLst/>
                <a:uFillTx/>
                <a:latin typeface="Arial"/>
                <a:ea typeface="DejaVu Sans"/>
              </a:endParaRPr>
            </a:p>
          </p:txBody>
        </p:sp>
        <p:sp>
          <p:nvSpPr>
            <p:cNvPr id="46" name="object 6"/>
            <p:cNvSpPr/>
            <p:nvPr/>
          </p:nvSpPr>
          <p:spPr>
            <a:xfrm>
              <a:off x="1166760" y="1833480"/>
              <a:ext cx="9867960" cy="1704240"/>
            </a:xfrm>
            <a:custGeom>
              <a:avLst/>
              <a:gdLst>
                <a:gd name="textAreaLeft" fmla="*/ 0 w 9867960"/>
                <a:gd name="textAreaRight" fmla="*/ 9868680 w 9867960"/>
                <a:gd name="textAreaTop" fmla="*/ 0 h 1704240"/>
                <a:gd name="textAreaBottom" fmla="*/ 1704960 h 1704240"/>
              </a:gdLst>
              <a:ahLst/>
              <a:cxnLst/>
              <a:rect l="textAreaLeft" t="textAreaTop" r="textAreaRight" b="textAreaBottom"/>
              <a:pathLst>
                <a:path w="9868535" h="1704975">
                  <a:moveTo>
                    <a:pt x="0" y="284099"/>
                  </a:moveTo>
                  <a:lnTo>
                    <a:pt x="3718" y="238000"/>
                  </a:lnTo>
                  <a:lnTo>
                    <a:pt x="14483" y="194275"/>
                  </a:lnTo>
                  <a:lnTo>
                    <a:pt x="31711" y="153508"/>
                  </a:lnTo>
                  <a:lnTo>
                    <a:pt x="54817" y="116284"/>
                  </a:lnTo>
                  <a:lnTo>
                    <a:pt x="83216" y="83184"/>
                  </a:lnTo>
                  <a:lnTo>
                    <a:pt x="116325" y="54794"/>
                  </a:lnTo>
                  <a:lnTo>
                    <a:pt x="153558" y="31697"/>
                  </a:lnTo>
                  <a:lnTo>
                    <a:pt x="194332" y="14476"/>
                  </a:lnTo>
                  <a:lnTo>
                    <a:pt x="238061" y="3716"/>
                  </a:lnTo>
                  <a:lnTo>
                    <a:pt x="284162" y="0"/>
                  </a:lnTo>
                  <a:lnTo>
                    <a:pt x="9583737" y="0"/>
                  </a:lnTo>
                  <a:lnTo>
                    <a:pt x="9629840" y="3716"/>
                  </a:lnTo>
                  <a:lnTo>
                    <a:pt x="9673574" y="14476"/>
                  </a:lnTo>
                  <a:lnTo>
                    <a:pt x="9714354" y="31697"/>
                  </a:lnTo>
                  <a:lnTo>
                    <a:pt x="9751596" y="54794"/>
                  </a:lnTo>
                  <a:lnTo>
                    <a:pt x="9784715" y="83184"/>
                  </a:lnTo>
                  <a:lnTo>
                    <a:pt x="9813123" y="116284"/>
                  </a:lnTo>
                  <a:lnTo>
                    <a:pt x="9836238" y="153508"/>
                  </a:lnTo>
                  <a:lnTo>
                    <a:pt x="9853473" y="194275"/>
                  </a:lnTo>
                  <a:lnTo>
                    <a:pt x="9864243" y="238000"/>
                  </a:lnTo>
                  <a:lnTo>
                    <a:pt x="9867963" y="284099"/>
                  </a:lnTo>
                  <a:lnTo>
                    <a:pt x="9867963" y="1420749"/>
                  </a:lnTo>
                  <a:lnTo>
                    <a:pt x="9864243" y="1466851"/>
                  </a:lnTo>
                  <a:lnTo>
                    <a:pt x="9853473" y="1510585"/>
                  </a:lnTo>
                  <a:lnTo>
                    <a:pt x="9836238" y="1551366"/>
                  </a:lnTo>
                  <a:lnTo>
                    <a:pt x="9813123" y="1588608"/>
                  </a:lnTo>
                  <a:lnTo>
                    <a:pt x="9784715" y="1621726"/>
                  </a:lnTo>
                  <a:lnTo>
                    <a:pt x="9751596" y="1650135"/>
                  </a:lnTo>
                  <a:lnTo>
                    <a:pt x="9714354" y="1673249"/>
                  </a:lnTo>
                  <a:lnTo>
                    <a:pt x="9673574" y="1690484"/>
                  </a:lnTo>
                  <a:lnTo>
                    <a:pt x="9629840" y="1701254"/>
                  </a:lnTo>
                  <a:lnTo>
                    <a:pt x="9583737" y="1704975"/>
                  </a:lnTo>
                  <a:lnTo>
                    <a:pt x="284162" y="1704975"/>
                  </a:lnTo>
                  <a:lnTo>
                    <a:pt x="238061" y="1701254"/>
                  </a:lnTo>
                  <a:lnTo>
                    <a:pt x="194332" y="1690484"/>
                  </a:lnTo>
                  <a:lnTo>
                    <a:pt x="153558" y="1673249"/>
                  </a:lnTo>
                  <a:lnTo>
                    <a:pt x="116325" y="1650135"/>
                  </a:lnTo>
                  <a:lnTo>
                    <a:pt x="83216" y="1621726"/>
                  </a:lnTo>
                  <a:lnTo>
                    <a:pt x="54817" y="1588608"/>
                  </a:lnTo>
                  <a:lnTo>
                    <a:pt x="31711" y="1551366"/>
                  </a:lnTo>
                  <a:lnTo>
                    <a:pt x="14483" y="1510585"/>
                  </a:lnTo>
                  <a:lnTo>
                    <a:pt x="3718" y="1466851"/>
                  </a:lnTo>
                  <a:lnTo>
                    <a:pt x="0" y="1420749"/>
                  </a:lnTo>
                  <a:lnTo>
                    <a:pt x="0" y="284099"/>
                  </a:lnTo>
                  <a:close/>
                </a:path>
              </a:pathLst>
            </a:custGeom>
            <a:noFill/>
            <a:ln w="25560">
              <a:solidFill>
                <a:srgbClr val="00afef"/>
              </a:solidFill>
              <a:round/>
            </a:ln>
          </p:spPr>
          <p:style>
            <a:lnRef idx="0"/>
            <a:fillRef idx="0"/>
            <a:effectRef idx="0"/>
            <a:fontRef idx="minor"/>
          </p:style>
          <p:txBody>
            <a:bodyPr lIns="0" rIns="0" tIns="0" bIns="0" anchor="t">
              <a:noAutofit/>
            </a:bodyPr>
            <a:p>
              <a:pPr>
                <a:lnSpc>
                  <a:spcPct val="100000"/>
                </a:lnSpc>
              </a:pPr>
              <a:endParaRPr b="0" lang="en-US" sz="1800" strike="noStrike" u="none">
                <a:solidFill>
                  <a:srgbClr val="000000"/>
                </a:solidFill>
                <a:effectLst/>
                <a:uFillTx/>
                <a:latin typeface="Arial"/>
                <a:ea typeface="DejaVu Sans"/>
              </a:endParaRPr>
            </a:p>
          </p:txBody>
        </p:sp>
      </p:grpSp>
      <p:sp>
        <p:nvSpPr>
          <p:cNvPr id="47" name="PlaceHolder 1"/>
          <p:cNvSpPr>
            <a:spLocks noGrp="1"/>
          </p:cNvSpPr>
          <p:nvPr>
            <p:ph type="title"/>
          </p:nvPr>
        </p:nvSpPr>
        <p:spPr>
          <a:xfrm>
            <a:off x="1928520" y="1716120"/>
            <a:ext cx="8815320" cy="1823040"/>
          </a:xfrm>
          <a:prstGeom prst="rect">
            <a:avLst/>
          </a:prstGeom>
          <a:noFill/>
          <a:ln w="0">
            <a:noFill/>
          </a:ln>
        </p:spPr>
        <p:txBody>
          <a:bodyPr lIns="0" rIns="0" tIns="16560" bIns="0" anchor="t">
            <a:spAutoFit/>
          </a:bodyPr>
          <a:p>
            <a:pPr marL="12600" indent="0">
              <a:lnSpc>
                <a:spcPct val="100000"/>
              </a:lnSpc>
              <a:spcBef>
                <a:spcPts val="130"/>
              </a:spcBef>
              <a:buNone/>
              <a:tabLst>
                <a:tab algn="l" pos="0"/>
              </a:tabLst>
            </a:pPr>
            <a:br>
              <a:rPr sz="3950"/>
            </a:br>
            <a:r>
              <a:rPr b="1" lang="en-US" sz="3950" spc="-11" strike="noStrike" u="none">
                <a:solidFill>
                  <a:srgbClr val="000000"/>
                </a:solidFill>
                <a:effectLst/>
                <a:uFillTx/>
                <a:latin typeface="Trebuchet MS"/>
              </a:rPr>
              <a:t>CyberGraph</a:t>
            </a:r>
            <a:r>
              <a:rPr b="1" lang="en-US" sz="3950" spc="-309" strike="noStrike" u="none">
                <a:solidFill>
                  <a:srgbClr val="000000"/>
                </a:solidFill>
                <a:effectLst/>
                <a:uFillTx/>
                <a:latin typeface="Trebuchet MS"/>
              </a:rPr>
              <a:t> </a:t>
            </a:r>
            <a:r>
              <a:rPr b="1" lang="en-US" sz="3950" spc="-34" strike="noStrike" u="none">
                <a:solidFill>
                  <a:srgbClr val="000000"/>
                </a:solidFill>
                <a:effectLst/>
                <a:uFillTx/>
                <a:latin typeface="Trebuchet MS"/>
              </a:rPr>
              <a:t>Intelligence </a:t>
            </a:r>
            <a:r>
              <a:rPr b="1" lang="en-US" sz="3950" spc="-26" strike="noStrike" u="none">
                <a:solidFill>
                  <a:srgbClr val="000000"/>
                </a:solidFill>
                <a:effectLst/>
                <a:uFillTx/>
                <a:latin typeface="Trebuchet MS"/>
              </a:rPr>
              <a:t>Platform</a:t>
            </a:r>
            <a:endParaRPr b="0" lang="en-US" sz="3950" strike="noStrike" u="none">
              <a:solidFill>
                <a:srgbClr val="000000"/>
              </a:solidFill>
              <a:effectLst/>
              <a:uFillTx/>
              <a:latin typeface="Arial"/>
            </a:endParaRPr>
          </a:p>
        </p:txBody>
      </p:sp>
      <p:grpSp>
        <p:nvGrpSpPr>
          <p:cNvPr id="48" name="object 8"/>
          <p:cNvGrpSpPr/>
          <p:nvPr/>
        </p:nvGrpSpPr>
        <p:grpSpPr>
          <a:xfrm>
            <a:off x="1443240" y="1500120"/>
            <a:ext cx="2189880" cy="285120"/>
            <a:chOff x="1443240" y="1500120"/>
            <a:chExt cx="2189880" cy="285120"/>
          </a:xfrm>
        </p:grpSpPr>
        <p:sp>
          <p:nvSpPr>
            <p:cNvPr id="49" name="object 9"/>
            <p:cNvSpPr/>
            <p:nvPr/>
          </p:nvSpPr>
          <p:spPr>
            <a:xfrm>
              <a:off x="1443240" y="1500120"/>
              <a:ext cx="2189880" cy="285120"/>
            </a:xfrm>
            <a:custGeom>
              <a:avLst/>
              <a:gdLst>
                <a:gd name="textAreaLeft" fmla="*/ 0 w 2189880"/>
                <a:gd name="textAreaRight" fmla="*/ 2190600 w 2189880"/>
                <a:gd name="textAreaTop" fmla="*/ 0 h 285120"/>
                <a:gd name="textAreaBottom" fmla="*/ 285840 h 285120"/>
              </a:gdLst>
              <a:ahLst/>
              <a:cxnLst/>
              <a:rect l="textAreaLeft" t="textAreaTop" r="textAreaRight" b="textAreaBottom"/>
              <a:pathLst>
                <a:path w="2190750" h="285750">
                  <a:moveTo>
                    <a:pt x="2047854" y="0"/>
                  </a:moveTo>
                  <a:lnTo>
                    <a:pt x="142854" y="0"/>
                  </a:lnTo>
                  <a:lnTo>
                    <a:pt x="97661" y="7275"/>
                  </a:lnTo>
                  <a:lnTo>
                    <a:pt x="58437" y="27541"/>
                  </a:lnTo>
                  <a:lnTo>
                    <a:pt x="27521" y="58457"/>
                  </a:lnTo>
                  <a:lnTo>
                    <a:pt x="7255" y="97682"/>
                  </a:lnTo>
                  <a:lnTo>
                    <a:pt x="0" y="142875"/>
                  </a:lnTo>
                  <a:lnTo>
                    <a:pt x="7288" y="188018"/>
                  </a:lnTo>
                  <a:lnTo>
                    <a:pt x="27548" y="227237"/>
                  </a:lnTo>
                  <a:lnTo>
                    <a:pt x="58452" y="258171"/>
                  </a:lnTo>
                  <a:lnTo>
                    <a:pt x="97668" y="278462"/>
                  </a:lnTo>
                  <a:lnTo>
                    <a:pt x="142854" y="285750"/>
                  </a:lnTo>
                  <a:lnTo>
                    <a:pt x="2047727" y="285750"/>
                  </a:lnTo>
                  <a:lnTo>
                    <a:pt x="2092933" y="278462"/>
                  </a:lnTo>
                  <a:lnTo>
                    <a:pt x="2132189" y="258171"/>
                  </a:lnTo>
                  <a:lnTo>
                    <a:pt x="2163143" y="227237"/>
                  </a:lnTo>
                  <a:lnTo>
                    <a:pt x="2183440" y="188018"/>
                  </a:lnTo>
                  <a:lnTo>
                    <a:pt x="2190729" y="142875"/>
                  </a:lnTo>
                  <a:lnTo>
                    <a:pt x="2183441" y="97682"/>
                  </a:lnTo>
                  <a:lnTo>
                    <a:pt x="2163151" y="58457"/>
                  </a:lnTo>
                  <a:lnTo>
                    <a:pt x="2132217" y="27541"/>
                  </a:lnTo>
                  <a:lnTo>
                    <a:pt x="2092998" y="7275"/>
                  </a:lnTo>
                  <a:lnTo>
                    <a:pt x="2047854" y="0"/>
                  </a:lnTo>
                  <a:close/>
                </a:path>
              </a:pathLst>
            </a:custGeom>
            <a:solidFill>
              <a:srgbClr val="ffffff"/>
            </a:solidFill>
            <a:ln w="0">
              <a:noFill/>
            </a:ln>
          </p:spPr>
          <p:style>
            <a:lnRef idx="0"/>
            <a:fillRef idx="0"/>
            <a:effectRef idx="0"/>
            <a:fontRef idx="minor"/>
          </p:style>
          <p:txBody>
            <a:bodyPr lIns="0" rIns="0" tIns="0" bIns="0" anchor="t">
              <a:noAutofit/>
            </a:bodyPr>
            <a:p>
              <a:pPr>
                <a:lnSpc>
                  <a:spcPct val="100000"/>
                </a:lnSpc>
              </a:pPr>
              <a:endParaRPr b="0" lang="en-US" sz="1800" strike="noStrike" u="none">
                <a:solidFill>
                  <a:srgbClr val="000000"/>
                </a:solidFill>
                <a:effectLst/>
                <a:uFillTx/>
                <a:latin typeface="Arial"/>
                <a:ea typeface="DejaVu Sans"/>
              </a:endParaRPr>
            </a:p>
          </p:txBody>
        </p:sp>
        <p:sp>
          <p:nvSpPr>
            <p:cNvPr id="50" name="object 10"/>
            <p:cNvSpPr/>
            <p:nvPr/>
          </p:nvSpPr>
          <p:spPr>
            <a:xfrm>
              <a:off x="1443240" y="1500120"/>
              <a:ext cx="2189880" cy="285120"/>
            </a:xfrm>
            <a:custGeom>
              <a:avLst/>
              <a:gdLst>
                <a:gd name="textAreaLeft" fmla="*/ 0 w 2189880"/>
                <a:gd name="textAreaRight" fmla="*/ 2190600 w 2189880"/>
                <a:gd name="textAreaTop" fmla="*/ 0 h 285120"/>
                <a:gd name="textAreaBottom" fmla="*/ 285840 h 285120"/>
              </a:gdLst>
              <a:ahLst/>
              <a:cxnLst/>
              <a:rect l="textAreaLeft" t="textAreaTop" r="textAreaRight" b="textAreaBottom"/>
              <a:pathLst>
                <a:path w="2190750" h="285750">
                  <a:moveTo>
                    <a:pt x="0" y="142875"/>
                  </a:moveTo>
                  <a:lnTo>
                    <a:pt x="7275" y="97682"/>
                  </a:lnTo>
                  <a:lnTo>
                    <a:pt x="27541" y="58457"/>
                  </a:lnTo>
                  <a:lnTo>
                    <a:pt x="58457" y="27541"/>
                  </a:lnTo>
                  <a:lnTo>
                    <a:pt x="97682" y="7275"/>
                  </a:lnTo>
                  <a:lnTo>
                    <a:pt x="142875" y="0"/>
                  </a:lnTo>
                  <a:lnTo>
                    <a:pt x="2047875" y="0"/>
                  </a:lnTo>
                  <a:lnTo>
                    <a:pt x="2093018" y="7275"/>
                  </a:lnTo>
                  <a:lnTo>
                    <a:pt x="2132237" y="27541"/>
                  </a:lnTo>
                  <a:lnTo>
                    <a:pt x="2163171" y="58457"/>
                  </a:lnTo>
                  <a:lnTo>
                    <a:pt x="2183462" y="97682"/>
                  </a:lnTo>
                  <a:lnTo>
                    <a:pt x="2190750" y="142875"/>
                  </a:lnTo>
                  <a:lnTo>
                    <a:pt x="2183461" y="188018"/>
                  </a:lnTo>
                  <a:lnTo>
                    <a:pt x="2163163" y="227237"/>
                  </a:lnTo>
                  <a:lnTo>
                    <a:pt x="2132210" y="258171"/>
                  </a:lnTo>
                  <a:lnTo>
                    <a:pt x="2092953" y="278462"/>
                  </a:lnTo>
                  <a:lnTo>
                    <a:pt x="2047748" y="285750"/>
                  </a:lnTo>
                  <a:lnTo>
                    <a:pt x="142875" y="285750"/>
                  </a:lnTo>
                  <a:lnTo>
                    <a:pt x="97682" y="278461"/>
                  </a:lnTo>
                  <a:lnTo>
                    <a:pt x="58457" y="258163"/>
                  </a:lnTo>
                  <a:lnTo>
                    <a:pt x="27541" y="227210"/>
                  </a:lnTo>
                  <a:lnTo>
                    <a:pt x="7275" y="187953"/>
                  </a:lnTo>
                  <a:lnTo>
                    <a:pt x="0" y="142748"/>
                  </a:lnTo>
                  <a:close/>
                </a:path>
              </a:pathLst>
            </a:custGeom>
            <a:noFill/>
            <a:ln w="25560">
              <a:solidFill>
                <a:srgbClr val="00afef"/>
              </a:solidFill>
              <a:round/>
            </a:ln>
          </p:spPr>
          <p:style>
            <a:lnRef idx="0"/>
            <a:fillRef idx="0"/>
            <a:effectRef idx="0"/>
            <a:fontRef idx="minor"/>
          </p:style>
          <p:txBody>
            <a:bodyPr lIns="0" rIns="0" tIns="0" bIns="0" anchor="t">
              <a:noAutofit/>
            </a:bodyPr>
            <a:p>
              <a:pPr>
                <a:lnSpc>
                  <a:spcPct val="100000"/>
                </a:lnSpc>
              </a:pPr>
              <a:endParaRPr b="0" lang="en-US" sz="1800" strike="noStrike" u="none">
                <a:solidFill>
                  <a:srgbClr val="000000"/>
                </a:solidFill>
                <a:effectLst/>
                <a:uFillTx/>
                <a:latin typeface="Arial"/>
                <a:ea typeface="DejaVu Sans"/>
              </a:endParaRPr>
            </a:p>
          </p:txBody>
        </p:sp>
      </p:grpSp>
      <p:sp>
        <p:nvSpPr>
          <p:cNvPr id="51" name="object 11"/>
          <p:cNvSpPr/>
          <p:nvPr/>
        </p:nvSpPr>
        <p:spPr>
          <a:xfrm>
            <a:off x="1646280" y="1514160"/>
            <a:ext cx="1736640" cy="442440"/>
          </a:xfrm>
          <a:prstGeom prst="rect">
            <a:avLst/>
          </a:prstGeom>
          <a:noFill/>
          <a:ln w="0">
            <a:noFill/>
          </a:ln>
        </p:spPr>
        <p:style>
          <a:lnRef idx="0"/>
          <a:fillRef idx="0"/>
          <a:effectRef idx="0"/>
          <a:fontRef idx="minor"/>
        </p:style>
        <p:txBody>
          <a:bodyPr lIns="0" rIns="0" tIns="15840" bIns="0" anchor="t">
            <a:spAutoFit/>
          </a:bodyPr>
          <a:p>
            <a:pPr marL="12600">
              <a:lnSpc>
                <a:spcPct val="100000"/>
              </a:lnSpc>
              <a:spcBef>
                <a:spcPts val="125"/>
              </a:spcBef>
            </a:pPr>
            <a:r>
              <a:rPr b="1" lang="en-US" sz="1400" strike="noStrike" u="none">
                <a:solidFill>
                  <a:srgbClr val="00afef"/>
                </a:solidFill>
                <a:effectLst/>
                <a:uFillTx/>
                <a:latin typeface="Cambria"/>
                <a:ea typeface="DejaVu Sans"/>
              </a:rPr>
              <a:t>P</a:t>
            </a:r>
            <a:r>
              <a:rPr b="1" lang="en-US" sz="1400" spc="20" strike="noStrike" u="none">
                <a:solidFill>
                  <a:srgbClr val="00afef"/>
                </a:solidFill>
                <a:effectLst/>
                <a:uFillTx/>
                <a:latin typeface="Cambria"/>
                <a:ea typeface="DejaVu Sans"/>
              </a:rPr>
              <a:t> </a:t>
            </a:r>
            <a:r>
              <a:rPr b="1" lang="en-US" sz="1400" strike="noStrike" u="none">
                <a:solidFill>
                  <a:srgbClr val="00afef"/>
                </a:solidFill>
                <a:effectLst/>
                <a:uFillTx/>
                <a:latin typeface="Cambria"/>
                <a:ea typeface="DejaVu Sans"/>
              </a:rPr>
              <a:t>R</a:t>
            </a:r>
            <a:r>
              <a:rPr b="1" lang="en-US" sz="1400" spc="-125" strike="noStrike" u="none">
                <a:solidFill>
                  <a:srgbClr val="00afef"/>
                </a:solidFill>
                <a:effectLst/>
                <a:uFillTx/>
                <a:latin typeface="Cambria"/>
                <a:ea typeface="DejaVu Sans"/>
              </a:rPr>
              <a:t> </a:t>
            </a:r>
            <a:r>
              <a:rPr b="1" lang="en-US" sz="1400" strike="noStrike" u="none">
                <a:solidFill>
                  <a:srgbClr val="00afef"/>
                </a:solidFill>
                <a:effectLst/>
                <a:uFillTx/>
                <a:latin typeface="Cambria"/>
                <a:ea typeface="DejaVu Sans"/>
              </a:rPr>
              <a:t>O</a:t>
            </a:r>
            <a:r>
              <a:rPr b="1" lang="en-US" sz="1400" spc="-20" strike="noStrike" u="none">
                <a:solidFill>
                  <a:srgbClr val="00afef"/>
                </a:solidFill>
                <a:effectLst/>
                <a:uFillTx/>
                <a:latin typeface="Cambria"/>
                <a:ea typeface="DejaVu Sans"/>
              </a:rPr>
              <a:t> </a:t>
            </a:r>
            <a:r>
              <a:rPr b="1" lang="en-US" sz="1400" strike="noStrike" u="none">
                <a:solidFill>
                  <a:srgbClr val="00afef"/>
                </a:solidFill>
                <a:effectLst/>
                <a:uFillTx/>
                <a:latin typeface="Cambria"/>
                <a:ea typeface="DejaVu Sans"/>
              </a:rPr>
              <a:t>J</a:t>
            </a:r>
            <a:r>
              <a:rPr b="1" lang="en-US" sz="1400" spc="34" strike="noStrike" u="none">
                <a:solidFill>
                  <a:srgbClr val="00afef"/>
                </a:solidFill>
                <a:effectLst/>
                <a:uFillTx/>
                <a:latin typeface="Cambria"/>
                <a:ea typeface="DejaVu Sans"/>
              </a:rPr>
              <a:t> </a:t>
            </a:r>
            <a:r>
              <a:rPr b="1" lang="en-US" sz="1400" strike="noStrike" u="none">
                <a:solidFill>
                  <a:srgbClr val="00afef"/>
                </a:solidFill>
                <a:effectLst/>
                <a:uFillTx/>
                <a:latin typeface="Cambria"/>
                <a:ea typeface="DejaVu Sans"/>
              </a:rPr>
              <a:t>E</a:t>
            </a:r>
            <a:r>
              <a:rPr b="1" lang="en-US" sz="1400" spc="-79" strike="noStrike" u="none">
                <a:solidFill>
                  <a:srgbClr val="00afef"/>
                </a:solidFill>
                <a:effectLst/>
                <a:uFillTx/>
                <a:latin typeface="Cambria"/>
                <a:ea typeface="DejaVu Sans"/>
              </a:rPr>
              <a:t> </a:t>
            </a:r>
            <a:r>
              <a:rPr b="1" lang="en-US" sz="1400" strike="noStrike" u="none">
                <a:solidFill>
                  <a:srgbClr val="00afef"/>
                </a:solidFill>
                <a:effectLst/>
                <a:uFillTx/>
                <a:latin typeface="Cambria"/>
                <a:ea typeface="DejaVu Sans"/>
              </a:rPr>
              <a:t>C</a:t>
            </a:r>
            <a:r>
              <a:rPr b="1" lang="en-US" sz="1400" spc="6" strike="noStrike" u="none">
                <a:solidFill>
                  <a:srgbClr val="00afef"/>
                </a:solidFill>
                <a:effectLst/>
                <a:uFillTx/>
                <a:latin typeface="Cambria"/>
                <a:ea typeface="DejaVu Sans"/>
              </a:rPr>
              <a:t> </a:t>
            </a:r>
            <a:r>
              <a:rPr b="1" lang="en-US" sz="1400" strike="noStrike" u="none">
                <a:solidFill>
                  <a:srgbClr val="00afef"/>
                </a:solidFill>
                <a:effectLst/>
                <a:uFillTx/>
                <a:latin typeface="Cambria"/>
                <a:ea typeface="DejaVu Sans"/>
              </a:rPr>
              <a:t>T</a:t>
            </a:r>
            <a:r>
              <a:rPr b="1" lang="en-US" sz="1400" spc="150" strike="noStrike" u="none">
                <a:solidFill>
                  <a:srgbClr val="00afef"/>
                </a:solidFill>
                <a:effectLst/>
                <a:uFillTx/>
                <a:latin typeface="Cambria"/>
                <a:ea typeface="DejaVu Sans"/>
              </a:rPr>
              <a:t>  </a:t>
            </a:r>
            <a:r>
              <a:rPr b="1" lang="en-US" sz="1400" strike="noStrike" u="none">
                <a:solidFill>
                  <a:srgbClr val="00afef"/>
                </a:solidFill>
                <a:effectLst/>
                <a:uFillTx/>
                <a:latin typeface="Cambria"/>
                <a:ea typeface="DejaVu Sans"/>
              </a:rPr>
              <a:t>T</a:t>
            </a:r>
            <a:r>
              <a:rPr b="1" lang="en-US" sz="1400" spc="-20" strike="noStrike" u="none">
                <a:solidFill>
                  <a:srgbClr val="00afef"/>
                </a:solidFill>
                <a:effectLst/>
                <a:uFillTx/>
                <a:latin typeface="Cambria"/>
                <a:ea typeface="DejaVu Sans"/>
              </a:rPr>
              <a:t> </a:t>
            </a:r>
            <a:r>
              <a:rPr b="1" lang="en-US" sz="1400" strike="noStrike" u="none">
                <a:solidFill>
                  <a:srgbClr val="00afef"/>
                </a:solidFill>
                <a:effectLst/>
                <a:uFillTx/>
                <a:latin typeface="Cambria"/>
                <a:ea typeface="DejaVu Sans"/>
              </a:rPr>
              <a:t>I</a:t>
            </a:r>
            <a:r>
              <a:rPr b="1" lang="en-US" sz="1400" spc="26" strike="noStrike" u="none">
                <a:solidFill>
                  <a:srgbClr val="00afef"/>
                </a:solidFill>
                <a:effectLst/>
                <a:uFillTx/>
                <a:latin typeface="Cambria"/>
                <a:ea typeface="DejaVu Sans"/>
              </a:rPr>
              <a:t> </a:t>
            </a:r>
            <a:r>
              <a:rPr b="1" lang="en-US" sz="1400" strike="noStrike" u="none">
                <a:solidFill>
                  <a:srgbClr val="00afef"/>
                </a:solidFill>
                <a:effectLst/>
                <a:uFillTx/>
                <a:latin typeface="Cambria"/>
                <a:ea typeface="DejaVu Sans"/>
              </a:rPr>
              <a:t>T</a:t>
            </a:r>
            <a:r>
              <a:rPr b="1" lang="en-US" sz="1400" spc="-14" strike="noStrike" u="none">
                <a:solidFill>
                  <a:srgbClr val="00afef"/>
                </a:solidFill>
                <a:effectLst/>
                <a:uFillTx/>
                <a:latin typeface="Cambria"/>
                <a:ea typeface="DejaVu Sans"/>
              </a:rPr>
              <a:t> </a:t>
            </a:r>
            <a:r>
              <a:rPr b="1" lang="en-US" sz="1400" strike="noStrike" u="none">
                <a:solidFill>
                  <a:srgbClr val="00afef"/>
                </a:solidFill>
                <a:effectLst/>
                <a:uFillTx/>
                <a:latin typeface="Cambria"/>
                <a:ea typeface="DejaVu Sans"/>
              </a:rPr>
              <a:t>L</a:t>
            </a:r>
            <a:r>
              <a:rPr b="1" lang="en-US" sz="1400" spc="-40" strike="noStrike" u="none">
                <a:solidFill>
                  <a:srgbClr val="00afef"/>
                </a:solidFill>
                <a:effectLst/>
                <a:uFillTx/>
                <a:latin typeface="Cambria"/>
                <a:ea typeface="DejaVu Sans"/>
              </a:rPr>
              <a:t> </a:t>
            </a:r>
            <a:r>
              <a:rPr b="1" lang="en-US" sz="1400" spc="-51" strike="noStrike" u="none">
                <a:solidFill>
                  <a:srgbClr val="00afef"/>
                </a:solidFill>
                <a:effectLst/>
                <a:uFillTx/>
                <a:latin typeface="Cambria"/>
                <a:ea typeface="DejaVu Sans"/>
              </a:rPr>
              <a:t>E</a:t>
            </a:r>
            <a:endParaRPr b="0" lang="en-US" sz="1400" strike="noStrike" u="none">
              <a:solidFill>
                <a:srgbClr val="000000"/>
              </a:solidFill>
              <a:effectLst/>
              <a:uFillTx/>
              <a:latin typeface="Arial"/>
            </a:endParaRPr>
          </a:p>
        </p:txBody>
      </p:sp>
      <p:grpSp>
        <p:nvGrpSpPr>
          <p:cNvPr id="52" name="object 12"/>
          <p:cNvGrpSpPr/>
          <p:nvPr/>
        </p:nvGrpSpPr>
        <p:grpSpPr>
          <a:xfrm>
            <a:off x="4757760" y="1481040"/>
            <a:ext cx="6123960" cy="294480"/>
            <a:chOff x="4757760" y="1481040"/>
            <a:chExt cx="6123960" cy="294480"/>
          </a:xfrm>
        </p:grpSpPr>
        <p:sp>
          <p:nvSpPr>
            <p:cNvPr id="53" name="object 13"/>
            <p:cNvSpPr/>
            <p:nvPr/>
          </p:nvSpPr>
          <p:spPr>
            <a:xfrm>
              <a:off x="4757760" y="1481040"/>
              <a:ext cx="6123960" cy="294480"/>
            </a:xfrm>
            <a:custGeom>
              <a:avLst/>
              <a:gdLst>
                <a:gd name="textAreaLeft" fmla="*/ 0 w 6123960"/>
                <a:gd name="textAreaRight" fmla="*/ 6124680 w 6123960"/>
                <a:gd name="textAreaTop" fmla="*/ 0 h 294480"/>
                <a:gd name="textAreaBottom" fmla="*/ 295200 h 294480"/>
              </a:gdLst>
              <a:ahLst/>
              <a:cxnLst/>
              <a:rect l="textAreaLeft" t="textAreaTop" r="textAreaRight" b="textAreaBottom"/>
              <a:pathLst>
                <a:path w="6124575" h="295275">
                  <a:moveTo>
                    <a:pt x="5976874" y="0"/>
                  </a:moveTo>
                  <a:lnTo>
                    <a:pt x="147574" y="0"/>
                  </a:lnTo>
                  <a:lnTo>
                    <a:pt x="100917" y="7520"/>
                  </a:lnTo>
                  <a:lnTo>
                    <a:pt x="60405" y="28464"/>
                  </a:lnTo>
                  <a:lnTo>
                    <a:pt x="28464" y="60405"/>
                  </a:lnTo>
                  <a:lnTo>
                    <a:pt x="7520" y="100917"/>
                  </a:lnTo>
                  <a:lnTo>
                    <a:pt x="0" y="147574"/>
                  </a:lnTo>
                  <a:lnTo>
                    <a:pt x="7520" y="194243"/>
                  </a:lnTo>
                  <a:lnTo>
                    <a:pt x="28464" y="234787"/>
                  </a:lnTo>
                  <a:lnTo>
                    <a:pt x="60405" y="266766"/>
                  </a:lnTo>
                  <a:lnTo>
                    <a:pt x="100917" y="287741"/>
                  </a:lnTo>
                  <a:lnTo>
                    <a:pt x="147574" y="295275"/>
                  </a:lnTo>
                  <a:lnTo>
                    <a:pt x="5976874" y="295275"/>
                  </a:lnTo>
                  <a:lnTo>
                    <a:pt x="6023543" y="287741"/>
                  </a:lnTo>
                  <a:lnTo>
                    <a:pt x="6064087" y="266766"/>
                  </a:lnTo>
                  <a:lnTo>
                    <a:pt x="6096066" y="234787"/>
                  </a:lnTo>
                  <a:lnTo>
                    <a:pt x="6117041" y="194243"/>
                  </a:lnTo>
                  <a:lnTo>
                    <a:pt x="6124575" y="147574"/>
                  </a:lnTo>
                  <a:lnTo>
                    <a:pt x="6117041" y="100917"/>
                  </a:lnTo>
                  <a:lnTo>
                    <a:pt x="6096066" y="60405"/>
                  </a:lnTo>
                  <a:lnTo>
                    <a:pt x="6064087" y="28464"/>
                  </a:lnTo>
                  <a:lnTo>
                    <a:pt x="6023543" y="7520"/>
                  </a:lnTo>
                  <a:lnTo>
                    <a:pt x="5976874" y="0"/>
                  </a:lnTo>
                  <a:close/>
                </a:path>
              </a:pathLst>
            </a:custGeom>
            <a:solidFill>
              <a:srgbClr val="c9edfa"/>
            </a:solidFill>
            <a:ln w="0">
              <a:noFill/>
            </a:ln>
          </p:spPr>
          <p:style>
            <a:lnRef idx="0"/>
            <a:fillRef idx="0"/>
            <a:effectRef idx="0"/>
            <a:fontRef idx="minor"/>
          </p:style>
          <p:txBody>
            <a:bodyPr lIns="0" rIns="0" tIns="0" bIns="0" anchor="t">
              <a:noAutofit/>
            </a:bodyPr>
            <a:p>
              <a:pPr>
                <a:lnSpc>
                  <a:spcPct val="100000"/>
                </a:lnSpc>
              </a:pPr>
              <a:endParaRPr b="0" lang="en-US" sz="1800" strike="noStrike" u="none">
                <a:solidFill>
                  <a:srgbClr val="000000"/>
                </a:solidFill>
                <a:effectLst/>
                <a:uFillTx/>
                <a:latin typeface="Arial"/>
                <a:ea typeface="DejaVu Sans"/>
              </a:endParaRPr>
            </a:p>
          </p:txBody>
        </p:sp>
        <p:sp>
          <p:nvSpPr>
            <p:cNvPr id="54" name="object 14"/>
            <p:cNvSpPr/>
            <p:nvPr/>
          </p:nvSpPr>
          <p:spPr>
            <a:xfrm>
              <a:off x="4757760" y="1481040"/>
              <a:ext cx="6123960" cy="294480"/>
            </a:xfrm>
            <a:custGeom>
              <a:avLst/>
              <a:gdLst>
                <a:gd name="textAreaLeft" fmla="*/ 0 w 6123960"/>
                <a:gd name="textAreaRight" fmla="*/ 6124680 w 6123960"/>
                <a:gd name="textAreaTop" fmla="*/ 0 h 294480"/>
                <a:gd name="textAreaBottom" fmla="*/ 295200 h 294480"/>
              </a:gdLst>
              <a:ahLst/>
              <a:cxnLst/>
              <a:rect l="textAreaLeft" t="textAreaTop" r="textAreaRight" b="textAreaBottom"/>
              <a:pathLst>
                <a:path w="6124575" h="295275">
                  <a:moveTo>
                    <a:pt x="0" y="147574"/>
                  </a:moveTo>
                  <a:lnTo>
                    <a:pt x="7520" y="100917"/>
                  </a:lnTo>
                  <a:lnTo>
                    <a:pt x="28464" y="60405"/>
                  </a:lnTo>
                  <a:lnTo>
                    <a:pt x="60405" y="28464"/>
                  </a:lnTo>
                  <a:lnTo>
                    <a:pt x="100917" y="7520"/>
                  </a:lnTo>
                  <a:lnTo>
                    <a:pt x="147574" y="0"/>
                  </a:lnTo>
                  <a:lnTo>
                    <a:pt x="5976874" y="0"/>
                  </a:lnTo>
                  <a:lnTo>
                    <a:pt x="6023543" y="7520"/>
                  </a:lnTo>
                  <a:lnTo>
                    <a:pt x="6064087" y="28464"/>
                  </a:lnTo>
                  <a:lnTo>
                    <a:pt x="6096066" y="60405"/>
                  </a:lnTo>
                  <a:lnTo>
                    <a:pt x="6117041" y="100917"/>
                  </a:lnTo>
                  <a:lnTo>
                    <a:pt x="6124575" y="147574"/>
                  </a:lnTo>
                  <a:lnTo>
                    <a:pt x="6117041" y="194243"/>
                  </a:lnTo>
                  <a:lnTo>
                    <a:pt x="6096066" y="234787"/>
                  </a:lnTo>
                  <a:lnTo>
                    <a:pt x="6064087" y="266766"/>
                  </a:lnTo>
                  <a:lnTo>
                    <a:pt x="6023543" y="287741"/>
                  </a:lnTo>
                  <a:lnTo>
                    <a:pt x="5976874" y="295275"/>
                  </a:lnTo>
                  <a:lnTo>
                    <a:pt x="147574" y="295275"/>
                  </a:lnTo>
                  <a:lnTo>
                    <a:pt x="100917" y="287741"/>
                  </a:lnTo>
                  <a:lnTo>
                    <a:pt x="60405" y="266766"/>
                  </a:lnTo>
                  <a:lnTo>
                    <a:pt x="28464" y="234787"/>
                  </a:lnTo>
                  <a:lnTo>
                    <a:pt x="7520" y="194243"/>
                  </a:lnTo>
                  <a:lnTo>
                    <a:pt x="0" y="147574"/>
                  </a:lnTo>
                  <a:close/>
                </a:path>
              </a:pathLst>
            </a:custGeom>
            <a:noFill/>
            <a:ln w="25560">
              <a:solidFill>
                <a:srgbClr val="ffffff"/>
              </a:solidFill>
              <a:round/>
            </a:ln>
          </p:spPr>
          <p:style>
            <a:lnRef idx="0"/>
            <a:fillRef idx="0"/>
            <a:effectRef idx="0"/>
            <a:fontRef idx="minor"/>
          </p:style>
          <p:txBody>
            <a:bodyPr lIns="0" rIns="0" tIns="0" bIns="0" anchor="t">
              <a:noAutofit/>
            </a:bodyPr>
            <a:p>
              <a:pPr>
                <a:lnSpc>
                  <a:spcPct val="100000"/>
                </a:lnSpc>
              </a:pPr>
              <a:endParaRPr b="0" lang="en-US" sz="1800" strike="noStrike" u="none">
                <a:solidFill>
                  <a:srgbClr val="000000"/>
                </a:solidFill>
                <a:effectLst/>
                <a:uFillTx/>
                <a:latin typeface="Arial"/>
                <a:ea typeface="DejaVu Sans"/>
              </a:endParaRPr>
            </a:p>
          </p:txBody>
        </p:sp>
      </p:grpSp>
      <p:sp>
        <p:nvSpPr>
          <p:cNvPr id="55" name="object 15"/>
          <p:cNvSpPr/>
          <p:nvPr/>
        </p:nvSpPr>
        <p:spPr>
          <a:xfrm>
            <a:off x="6602400" y="1524960"/>
            <a:ext cx="2429280" cy="251640"/>
          </a:xfrm>
          <a:prstGeom prst="rect">
            <a:avLst/>
          </a:prstGeom>
          <a:noFill/>
          <a:ln w="0">
            <a:noFill/>
          </a:ln>
        </p:spPr>
        <p:style>
          <a:lnRef idx="0"/>
          <a:fillRef idx="0"/>
          <a:effectRef idx="0"/>
          <a:fontRef idx="minor"/>
        </p:style>
        <p:txBody>
          <a:bodyPr lIns="0" rIns="0" tIns="15840" bIns="0" anchor="t">
            <a:spAutoFit/>
          </a:bodyPr>
          <a:p>
            <a:pPr marL="12600">
              <a:lnSpc>
                <a:spcPct val="100000"/>
              </a:lnSpc>
              <a:spcBef>
                <a:spcPts val="125"/>
              </a:spcBef>
              <a:tabLst>
                <a:tab algn="l" pos="844560"/>
              </a:tabLst>
            </a:pPr>
            <a:r>
              <a:rPr b="1" lang="en-US" sz="1550" spc="-11" strike="noStrike" u="none">
                <a:solidFill>
                  <a:srgbClr val="000000"/>
                </a:solidFill>
                <a:effectLst/>
                <a:uFillTx/>
                <a:latin typeface="Cambria"/>
                <a:ea typeface="DejaVu Sans"/>
              </a:rPr>
              <a:t>ES3701</a:t>
            </a:r>
            <a:r>
              <a:rPr b="1" lang="en-US" sz="1550" strike="noStrike" u="none">
                <a:solidFill>
                  <a:srgbClr val="000000"/>
                </a:solidFill>
                <a:effectLst/>
                <a:uFillTx/>
                <a:latin typeface="Cambria"/>
                <a:ea typeface="DejaVu Sans"/>
              </a:rPr>
              <a:t>	</a:t>
            </a:r>
            <a:r>
              <a:rPr b="1" lang="en-US" sz="1550" strike="noStrike" u="none">
                <a:solidFill>
                  <a:srgbClr val="000000"/>
                </a:solidFill>
                <a:effectLst/>
                <a:uFillTx/>
                <a:latin typeface="Cambria"/>
                <a:ea typeface="DejaVu Sans"/>
              </a:rPr>
              <a:t>-</a:t>
            </a:r>
            <a:r>
              <a:rPr b="1" lang="en-US" sz="1550" spc="196" strike="noStrike" u="none">
                <a:solidFill>
                  <a:srgbClr val="000000"/>
                </a:solidFill>
                <a:effectLst/>
                <a:uFillTx/>
                <a:latin typeface="Cambria"/>
                <a:ea typeface="DejaVu Sans"/>
              </a:rPr>
              <a:t>  </a:t>
            </a:r>
            <a:r>
              <a:rPr b="1" lang="en-US" sz="1550" strike="noStrike" u="none">
                <a:solidFill>
                  <a:srgbClr val="000000"/>
                </a:solidFill>
                <a:effectLst/>
                <a:uFillTx/>
                <a:latin typeface="Cambria"/>
                <a:ea typeface="DejaVu Sans"/>
              </a:rPr>
              <a:t>Project</a:t>
            </a:r>
            <a:r>
              <a:rPr b="1" lang="en-US" sz="1550" spc="31" strike="noStrike" u="none">
                <a:solidFill>
                  <a:srgbClr val="000000"/>
                </a:solidFill>
                <a:effectLst/>
                <a:uFillTx/>
                <a:latin typeface="Cambria"/>
                <a:ea typeface="DejaVu Sans"/>
              </a:rPr>
              <a:t> </a:t>
            </a:r>
            <a:r>
              <a:rPr b="1" lang="en-US" sz="1550" strike="noStrike" u="none">
                <a:solidFill>
                  <a:srgbClr val="000000"/>
                </a:solidFill>
                <a:effectLst/>
                <a:uFillTx/>
                <a:latin typeface="Cambria"/>
                <a:ea typeface="DejaVu Sans"/>
              </a:rPr>
              <a:t>Phase</a:t>
            </a:r>
            <a:r>
              <a:rPr b="1" lang="en-US" sz="1550" spc="65" strike="noStrike" u="none">
                <a:solidFill>
                  <a:srgbClr val="000000"/>
                </a:solidFill>
                <a:effectLst/>
                <a:uFillTx/>
                <a:latin typeface="Cambria"/>
                <a:ea typeface="DejaVu Sans"/>
              </a:rPr>
              <a:t> </a:t>
            </a:r>
            <a:r>
              <a:rPr b="1" lang="en-US" sz="1550" spc="-51" strike="noStrike" u="none">
                <a:solidFill>
                  <a:srgbClr val="000000"/>
                </a:solidFill>
                <a:effectLst/>
                <a:uFillTx/>
                <a:latin typeface="Cambria"/>
                <a:ea typeface="DejaVu Sans"/>
              </a:rPr>
              <a:t>I</a:t>
            </a:r>
            <a:endParaRPr b="0" lang="en-US" sz="1550" strike="noStrike" u="none">
              <a:solidFill>
                <a:srgbClr val="000000"/>
              </a:solidFill>
              <a:effectLst/>
              <a:uFillTx/>
              <a:latin typeface="Arial"/>
            </a:endParaRPr>
          </a:p>
        </p:txBody>
      </p:sp>
      <p:sp>
        <p:nvSpPr>
          <p:cNvPr id="56" name="object 16"/>
          <p:cNvSpPr/>
          <p:nvPr/>
        </p:nvSpPr>
        <p:spPr>
          <a:xfrm>
            <a:off x="1773360" y="2327040"/>
            <a:ext cx="8650440" cy="1007280"/>
          </a:xfrm>
          <a:prstGeom prst="rect">
            <a:avLst/>
          </a:prstGeom>
          <a:noFill/>
          <a:ln w="0">
            <a:noFill/>
          </a:ln>
        </p:spPr>
        <p:style>
          <a:lnRef idx="0"/>
          <a:fillRef idx="0"/>
          <a:effectRef idx="0"/>
          <a:fontRef idx="minor"/>
        </p:style>
        <p:txBody>
          <a:bodyPr lIns="0" rIns="0" tIns="7560" bIns="0" anchor="t">
            <a:spAutoFit/>
          </a:bodyPr>
          <a:p>
            <a:pPr marL="12600" algn="ctr">
              <a:lnSpc>
                <a:spcPct val="101000"/>
              </a:lnSpc>
              <a:spcBef>
                <a:spcPts val="60"/>
              </a:spcBef>
            </a:pPr>
            <a:endParaRPr b="0" lang="en-US" sz="3950" strike="noStrike" u="none">
              <a:solidFill>
                <a:srgbClr val="000000"/>
              </a:solidFill>
              <a:effectLst/>
              <a:uFillTx/>
              <a:latin typeface="Arial"/>
            </a:endParaRPr>
          </a:p>
          <a:p>
            <a:pPr marL="7560" algn="ctr">
              <a:lnSpc>
                <a:spcPct val="100000"/>
              </a:lnSpc>
              <a:spcBef>
                <a:spcPts val="1094"/>
              </a:spcBef>
            </a:pPr>
            <a:r>
              <a:rPr b="1" lang="en-US" sz="1700" spc="-11" strike="noStrike" u="none">
                <a:solidFill>
                  <a:srgbClr val="00afef"/>
                </a:solidFill>
                <a:effectLst/>
                <a:uFillTx/>
                <a:latin typeface="Times New Roman"/>
                <a:ea typeface="DejaVu Sans"/>
              </a:rPr>
              <a:t>Presenting</a:t>
            </a:r>
            <a:r>
              <a:rPr b="1" lang="en-US" sz="1700" spc="-31" strike="noStrike" u="none">
                <a:solidFill>
                  <a:srgbClr val="00afef"/>
                </a:solidFill>
                <a:effectLst/>
                <a:uFillTx/>
                <a:latin typeface="Times New Roman"/>
                <a:ea typeface="DejaVu Sans"/>
              </a:rPr>
              <a:t> </a:t>
            </a:r>
            <a:r>
              <a:rPr b="1" lang="en-US" sz="1700" spc="-26" strike="noStrike" u="none">
                <a:solidFill>
                  <a:srgbClr val="00afef"/>
                </a:solidFill>
                <a:effectLst/>
                <a:uFillTx/>
                <a:latin typeface="Times New Roman"/>
                <a:ea typeface="DejaVu Sans"/>
              </a:rPr>
              <a:t>By</a:t>
            </a:r>
            <a:endParaRPr b="0" lang="en-US" sz="1700" strike="noStrike" u="none">
              <a:solidFill>
                <a:srgbClr val="000000"/>
              </a:solidFill>
              <a:effectLst/>
              <a:uFillTx/>
              <a:latin typeface="Arial"/>
            </a:endParaRPr>
          </a:p>
        </p:txBody>
      </p:sp>
      <p:sp>
        <p:nvSpPr>
          <p:cNvPr id="57" name="object 18"/>
          <p:cNvSpPr/>
          <p:nvPr/>
        </p:nvSpPr>
        <p:spPr>
          <a:xfrm>
            <a:off x="2637000" y="3945240"/>
            <a:ext cx="2163240" cy="2411280"/>
          </a:xfrm>
          <a:prstGeom prst="rect">
            <a:avLst/>
          </a:prstGeom>
          <a:noFill/>
          <a:ln w="0">
            <a:noFill/>
          </a:ln>
        </p:spPr>
        <p:style>
          <a:lnRef idx="0"/>
          <a:fillRef idx="0"/>
          <a:effectRef idx="0"/>
          <a:fontRef idx="minor"/>
        </p:style>
        <p:txBody>
          <a:bodyPr lIns="0" rIns="0" tIns="12600" bIns="0" anchor="t">
            <a:spAutoFit/>
          </a:bodyPr>
          <a:p>
            <a:pPr marL="12600">
              <a:lnSpc>
                <a:spcPct val="150000"/>
              </a:lnSpc>
              <a:spcBef>
                <a:spcPts val="99"/>
              </a:spcBef>
            </a:pPr>
            <a:r>
              <a:rPr b="1" lang="en-US" sz="1500" spc="-26" strike="noStrike" u="none">
                <a:solidFill>
                  <a:srgbClr val="00afef"/>
                </a:solidFill>
                <a:effectLst/>
                <a:uFillTx/>
                <a:latin typeface="Times New Roman"/>
                <a:ea typeface="DejaVu Sans"/>
              </a:rPr>
              <a:t>Team</a:t>
            </a:r>
            <a:r>
              <a:rPr b="1" lang="en-US" sz="1500" spc="-31"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Member</a:t>
            </a:r>
            <a:r>
              <a:rPr b="1" lang="en-US" sz="1500" spc="-45"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1</a:t>
            </a:r>
            <a:r>
              <a:rPr b="1" lang="en-US" sz="1500" spc="-45" strike="noStrike" u="none">
                <a:solidFill>
                  <a:srgbClr val="00afef"/>
                </a:solidFill>
                <a:effectLst/>
                <a:uFillTx/>
                <a:latin typeface="Times New Roman"/>
                <a:ea typeface="DejaVu Sans"/>
              </a:rPr>
              <a:t> </a:t>
            </a:r>
            <a:r>
              <a:rPr b="1" lang="en-US" sz="1500" spc="-20" strike="noStrike" u="none">
                <a:solidFill>
                  <a:srgbClr val="00afef"/>
                </a:solidFill>
                <a:effectLst/>
                <a:uFillTx/>
                <a:latin typeface="Times New Roman"/>
                <a:ea typeface="DejaVu Sans"/>
              </a:rPr>
              <a:t>Name </a:t>
            </a:r>
            <a:r>
              <a:rPr b="1" lang="en-US" sz="1500" spc="-26" strike="noStrike" u="none">
                <a:solidFill>
                  <a:srgbClr val="00afef"/>
                </a:solidFill>
                <a:effectLst/>
                <a:uFillTx/>
                <a:latin typeface="Times New Roman"/>
                <a:ea typeface="DejaVu Sans"/>
              </a:rPr>
              <a:t>Team</a:t>
            </a:r>
            <a:r>
              <a:rPr b="1" lang="en-US" sz="1500" spc="-34"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Member</a:t>
            </a:r>
            <a:r>
              <a:rPr b="1" lang="en-US" sz="1500" spc="-45"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1</a:t>
            </a:r>
            <a:r>
              <a:rPr b="1" lang="en-US" sz="1500" spc="-54"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Regd</a:t>
            </a:r>
            <a:r>
              <a:rPr b="1" lang="en-US" sz="1500" spc="-26" strike="noStrike" u="none">
                <a:solidFill>
                  <a:srgbClr val="00afef"/>
                </a:solidFill>
                <a:effectLst/>
                <a:uFillTx/>
                <a:latin typeface="Times New Roman"/>
                <a:ea typeface="DejaVu Sans"/>
              </a:rPr>
              <a:t> No. Team</a:t>
            </a:r>
            <a:r>
              <a:rPr b="1" lang="en-US" sz="1500" spc="-31"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Member</a:t>
            </a:r>
            <a:r>
              <a:rPr b="1" lang="en-US" sz="1500" spc="-45"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1</a:t>
            </a:r>
            <a:r>
              <a:rPr b="1" lang="en-US" sz="1500" spc="-45" strike="noStrike" u="none">
                <a:solidFill>
                  <a:srgbClr val="00afef"/>
                </a:solidFill>
                <a:effectLst/>
                <a:uFillTx/>
                <a:latin typeface="Times New Roman"/>
                <a:ea typeface="DejaVu Sans"/>
              </a:rPr>
              <a:t> </a:t>
            </a:r>
            <a:r>
              <a:rPr b="1" lang="en-US" sz="1500" spc="-11" strike="noStrike" u="none">
                <a:solidFill>
                  <a:srgbClr val="00afef"/>
                </a:solidFill>
                <a:effectLst/>
                <a:uFillTx/>
                <a:latin typeface="Times New Roman"/>
                <a:ea typeface="DejaVu Sans"/>
              </a:rPr>
              <a:t>Section </a:t>
            </a:r>
            <a:r>
              <a:rPr b="1" lang="en-US" sz="1500" spc="-26" strike="noStrike" u="none">
                <a:solidFill>
                  <a:srgbClr val="00afef"/>
                </a:solidFill>
                <a:effectLst/>
                <a:uFillTx/>
                <a:latin typeface="Times New Roman"/>
                <a:ea typeface="DejaVu Sans"/>
              </a:rPr>
              <a:t>Team</a:t>
            </a:r>
            <a:r>
              <a:rPr b="1" lang="en-US" sz="1500" spc="-31"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Member</a:t>
            </a:r>
            <a:r>
              <a:rPr b="1" lang="en-US" sz="1500" spc="-45"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2</a:t>
            </a:r>
            <a:r>
              <a:rPr b="1" lang="en-US" sz="1500" spc="-45" strike="noStrike" u="none">
                <a:solidFill>
                  <a:srgbClr val="00afef"/>
                </a:solidFill>
                <a:effectLst/>
                <a:uFillTx/>
                <a:latin typeface="Times New Roman"/>
                <a:ea typeface="DejaVu Sans"/>
              </a:rPr>
              <a:t> </a:t>
            </a:r>
            <a:r>
              <a:rPr b="1" lang="en-US" sz="1500" spc="-20" strike="noStrike" u="none">
                <a:solidFill>
                  <a:srgbClr val="00afef"/>
                </a:solidFill>
                <a:effectLst/>
                <a:uFillTx/>
                <a:latin typeface="Times New Roman"/>
                <a:ea typeface="DejaVu Sans"/>
              </a:rPr>
              <a:t>Name </a:t>
            </a:r>
            <a:r>
              <a:rPr b="1" lang="en-US" sz="1500" spc="-26" strike="noStrike" u="none">
                <a:solidFill>
                  <a:srgbClr val="00afef"/>
                </a:solidFill>
                <a:effectLst/>
                <a:uFillTx/>
                <a:latin typeface="Times New Roman"/>
                <a:ea typeface="DejaVu Sans"/>
              </a:rPr>
              <a:t>Team</a:t>
            </a:r>
            <a:r>
              <a:rPr b="1" lang="en-US" sz="1500" spc="-34"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Member</a:t>
            </a:r>
            <a:r>
              <a:rPr b="1" lang="en-US" sz="1500" spc="-45"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2</a:t>
            </a:r>
            <a:r>
              <a:rPr b="1" lang="en-US" sz="1500" spc="-54"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Regd</a:t>
            </a:r>
            <a:r>
              <a:rPr b="1" lang="en-US" sz="1500" spc="-26" strike="noStrike" u="none">
                <a:solidFill>
                  <a:srgbClr val="00afef"/>
                </a:solidFill>
                <a:effectLst/>
                <a:uFillTx/>
                <a:latin typeface="Times New Roman"/>
                <a:ea typeface="DejaVu Sans"/>
              </a:rPr>
              <a:t> No. Team</a:t>
            </a:r>
            <a:r>
              <a:rPr b="1" lang="en-US" sz="1500" spc="-31"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Member</a:t>
            </a:r>
            <a:r>
              <a:rPr b="1" lang="en-US" sz="1500" spc="-45"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2</a:t>
            </a:r>
            <a:r>
              <a:rPr b="1" lang="en-US" sz="1500" spc="-45" strike="noStrike" u="none">
                <a:solidFill>
                  <a:srgbClr val="00afef"/>
                </a:solidFill>
                <a:effectLst/>
                <a:uFillTx/>
                <a:latin typeface="Times New Roman"/>
                <a:ea typeface="DejaVu Sans"/>
              </a:rPr>
              <a:t> </a:t>
            </a:r>
            <a:r>
              <a:rPr b="1" lang="en-US" sz="1500" spc="-11" strike="noStrike" u="none">
                <a:solidFill>
                  <a:srgbClr val="00afef"/>
                </a:solidFill>
                <a:effectLst/>
                <a:uFillTx/>
                <a:latin typeface="Times New Roman"/>
                <a:ea typeface="DejaVu Sans"/>
              </a:rPr>
              <a:t>Section </a:t>
            </a:r>
            <a:r>
              <a:rPr b="1" lang="en-US" sz="1500" strike="noStrike" u="none">
                <a:solidFill>
                  <a:srgbClr val="c00000"/>
                </a:solidFill>
                <a:effectLst/>
                <a:uFillTx/>
                <a:latin typeface="Times New Roman"/>
                <a:ea typeface="DejaVu Sans"/>
              </a:rPr>
              <a:t>Name</a:t>
            </a:r>
            <a:r>
              <a:rPr b="1" lang="en-US" sz="1500" spc="-11" strike="noStrike" u="none">
                <a:solidFill>
                  <a:srgbClr val="c00000"/>
                </a:solidFill>
                <a:effectLst/>
                <a:uFillTx/>
                <a:latin typeface="Times New Roman"/>
                <a:ea typeface="DejaVu Sans"/>
              </a:rPr>
              <a:t> </a:t>
            </a:r>
            <a:r>
              <a:rPr b="1" lang="en-US" sz="1500" strike="noStrike" u="none">
                <a:solidFill>
                  <a:srgbClr val="c00000"/>
                </a:solidFill>
                <a:effectLst/>
                <a:uFillTx/>
                <a:latin typeface="Times New Roman"/>
                <a:ea typeface="DejaVu Sans"/>
              </a:rPr>
              <a:t>of</a:t>
            </a:r>
            <a:r>
              <a:rPr b="1" lang="en-US" sz="1500" spc="11" strike="noStrike" u="none">
                <a:solidFill>
                  <a:srgbClr val="c00000"/>
                </a:solidFill>
                <a:effectLst/>
                <a:uFillTx/>
                <a:latin typeface="Times New Roman"/>
                <a:ea typeface="DejaVu Sans"/>
              </a:rPr>
              <a:t> </a:t>
            </a:r>
            <a:r>
              <a:rPr b="1" lang="en-US" sz="1500" strike="noStrike" u="none">
                <a:solidFill>
                  <a:srgbClr val="c00000"/>
                </a:solidFill>
                <a:effectLst/>
                <a:uFillTx/>
                <a:latin typeface="Times New Roman"/>
                <a:ea typeface="DejaVu Sans"/>
              </a:rPr>
              <a:t>the</a:t>
            </a:r>
            <a:r>
              <a:rPr b="1" lang="en-US" sz="1500" spc="-79" strike="noStrike" u="none">
                <a:solidFill>
                  <a:srgbClr val="c00000"/>
                </a:solidFill>
                <a:effectLst/>
                <a:uFillTx/>
                <a:latin typeface="Times New Roman"/>
                <a:ea typeface="DejaVu Sans"/>
              </a:rPr>
              <a:t> </a:t>
            </a:r>
            <a:r>
              <a:rPr b="1" lang="en-US" sz="1500" spc="-20" strike="noStrike" u="none">
                <a:solidFill>
                  <a:srgbClr val="c00000"/>
                </a:solidFill>
                <a:effectLst/>
                <a:uFillTx/>
                <a:latin typeface="Times New Roman"/>
                <a:ea typeface="DejaVu Sans"/>
              </a:rPr>
              <a:t>Guide</a:t>
            </a:r>
            <a:endParaRPr b="0" lang="en-US" sz="1500" strike="noStrike" u="none">
              <a:solidFill>
                <a:srgbClr val="000000"/>
              </a:solidFill>
              <a:effectLst/>
              <a:uFillTx/>
              <a:latin typeface="Arial"/>
            </a:endParaRPr>
          </a:p>
        </p:txBody>
      </p:sp>
      <p:sp>
        <p:nvSpPr>
          <p:cNvPr id="58" name="object 17"/>
          <p:cNvSpPr/>
          <p:nvPr/>
        </p:nvSpPr>
        <p:spPr>
          <a:xfrm>
            <a:off x="5382720" y="3945240"/>
            <a:ext cx="1449720" cy="2072880"/>
          </a:xfrm>
          <a:prstGeom prst="rect">
            <a:avLst/>
          </a:prstGeom>
          <a:noFill/>
          <a:ln w="0">
            <a:noFill/>
          </a:ln>
        </p:spPr>
        <p:style>
          <a:lnRef idx="0"/>
          <a:fillRef idx="0"/>
          <a:effectRef idx="0"/>
          <a:fontRef idx="minor"/>
        </p:style>
        <p:txBody>
          <a:bodyPr lIns="0" rIns="0" tIns="127800" bIns="0" anchor="t">
            <a:spAutoFit/>
          </a:bodyPr>
          <a:p>
            <a:pPr marL="12600">
              <a:lnSpc>
                <a:spcPct val="100000"/>
              </a:lnSpc>
              <a:spcBef>
                <a:spcPts val="1006"/>
              </a:spcBef>
            </a:pPr>
            <a:r>
              <a:rPr b="1" lang="en-US" sz="1500" strike="noStrike" u="none">
                <a:solidFill>
                  <a:srgbClr val="00afef"/>
                </a:solidFill>
                <a:effectLst/>
                <a:uFillTx/>
                <a:latin typeface="Times New Roman"/>
                <a:ea typeface="DejaVu Sans"/>
              </a:rPr>
              <a:t>:</a:t>
            </a:r>
            <a:r>
              <a:rPr b="1" lang="en-US" sz="1500" spc="-11"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Naveen</a:t>
            </a:r>
            <a:r>
              <a:rPr b="1" lang="en-US" sz="1500" spc="-40" strike="noStrike" u="none">
                <a:solidFill>
                  <a:srgbClr val="00afef"/>
                </a:solidFill>
                <a:effectLst/>
                <a:uFillTx/>
                <a:latin typeface="Times New Roman"/>
                <a:ea typeface="DejaVu Sans"/>
              </a:rPr>
              <a:t> </a:t>
            </a:r>
            <a:r>
              <a:rPr b="1" lang="en-US" sz="1500" spc="-51" strike="noStrike" u="none">
                <a:solidFill>
                  <a:srgbClr val="00afef"/>
                </a:solidFill>
                <a:effectLst/>
                <a:uFillTx/>
                <a:latin typeface="Times New Roman"/>
                <a:ea typeface="DejaVu Sans"/>
              </a:rPr>
              <a:t>S</a:t>
            </a:r>
            <a:endParaRPr b="0" lang="en-US" sz="1500" strike="noStrike" u="none">
              <a:solidFill>
                <a:srgbClr val="000000"/>
              </a:solidFill>
              <a:effectLst/>
              <a:uFillTx/>
              <a:latin typeface="Arial"/>
            </a:endParaRPr>
          </a:p>
          <a:p>
            <a:pPr marL="12600">
              <a:lnSpc>
                <a:spcPct val="100000"/>
              </a:lnSpc>
              <a:spcBef>
                <a:spcPts val="904"/>
              </a:spcBef>
            </a:pPr>
            <a:r>
              <a:rPr b="1" lang="en-US" sz="1500" strike="noStrike" u="none">
                <a:solidFill>
                  <a:srgbClr val="00afef"/>
                </a:solidFill>
                <a:effectLst/>
                <a:uFillTx/>
                <a:latin typeface="Times New Roman"/>
                <a:ea typeface="DejaVu Sans"/>
              </a:rPr>
              <a:t>:</a:t>
            </a:r>
            <a:r>
              <a:rPr b="1" lang="en-US" sz="1500" spc="20" strike="noStrike" u="none">
                <a:solidFill>
                  <a:srgbClr val="00afef"/>
                </a:solidFill>
                <a:effectLst/>
                <a:uFillTx/>
                <a:latin typeface="Times New Roman"/>
                <a:ea typeface="DejaVu Sans"/>
              </a:rPr>
              <a:t> </a:t>
            </a:r>
            <a:r>
              <a:rPr b="1" lang="en-US" sz="1500" spc="-11" strike="noStrike" u="none">
                <a:solidFill>
                  <a:srgbClr val="00afef"/>
                </a:solidFill>
                <a:effectLst/>
                <a:uFillTx/>
                <a:latin typeface="Times New Roman"/>
                <a:ea typeface="DejaVu Sans"/>
              </a:rPr>
              <a:t>23AD086</a:t>
            </a:r>
            <a:endParaRPr b="0" lang="en-US" sz="1500" strike="noStrike" u="none">
              <a:solidFill>
                <a:srgbClr val="000000"/>
              </a:solidFill>
              <a:effectLst/>
              <a:uFillTx/>
              <a:latin typeface="Arial"/>
            </a:endParaRPr>
          </a:p>
          <a:p>
            <a:pPr marL="12600">
              <a:lnSpc>
                <a:spcPct val="100000"/>
              </a:lnSpc>
              <a:spcBef>
                <a:spcPts val="901"/>
              </a:spcBef>
            </a:pPr>
            <a:r>
              <a:rPr b="1" lang="en-US" sz="1500" strike="noStrike" u="none">
                <a:solidFill>
                  <a:srgbClr val="00afef"/>
                </a:solidFill>
                <a:effectLst/>
                <a:uFillTx/>
                <a:latin typeface="Times New Roman"/>
                <a:ea typeface="DejaVu Sans"/>
              </a:rPr>
              <a:t>:</a:t>
            </a:r>
            <a:r>
              <a:rPr b="1" lang="en-US" sz="1500" spc="-65" strike="noStrike" u="none">
                <a:solidFill>
                  <a:srgbClr val="00afef"/>
                </a:solidFill>
                <a:effectLst/>
                <a:uFillTx/>
                <a:latin typeface="Times New Roman"/>
                <a:ea typeface="DejaVu Sans"/>
              </a:rPr>
              <a:t> </a:t>
            </a:r>
            <a:r>
              <a:rPr b="1" lang="en-US" sz="1500" spc="-60" strike="noStrike" u="none">
                <a:solidFill>
                  <a:srgbClr val="00afef"/>
                </a:solidFill>
                <a:effectLst/>
                <a:uFillTx/>
                <a:latin typeface="Times New Roman"/>
                <a:ea typeface="DejaVu Sans"/>
              </a:rPr>
              <a:t>A</a:t>
            </a:r>
            <a:endParaRPr b="0" lang="en-US" sz="1500" strike="noStrike" u="none">
              <a:solidFill>
                <a:srgbClr val="000000"/>
              </a:solidFill>
              <a:effectLst/>
              <a:uFillTx/>
              <a:latin typeface="Arial"/>
            </a:endParaRPr>
          </a:p>
          <a:p>
            <a:pPr marL="12600">
              <a:lnSpc>
                <a:spcPct val="100000"/>
              </a:lnSpc>
              <a:spcBef>
                <a:spcPts val="904"/>
              </a:spcBef>
            </a:pPr>
            <a:r>
              <a:rPr b="1" lang="en-US" sz="1500" strike="noStrike" u="none">
                <a:solidFill>
                  <a:srgbClr val="00afef"/>
                </a:solidFill>
                <a:effectLst/>
                <a:uFillTx/>
                <a:latin typeface="Times New Roman"/>
                <a:ea typeface="DejaVu Sans"/>
              </a:rPr>
              <a:t>:</a:t>
            </a:r>
            <a:r>
              <a:rPr b="1" lang="en-US" sz="1500" spc="-14"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Hari</a:t>
            </a:r>
            <a:r>
              <a:rPr b="1" lang="en-US" sz="1500" spc="-31" strike="noStrike" u="none">
                <a:solidFill>
                  <a:srgbClr val="00afef"/>
                </a:solidFill>
                <a:effectLst/>
                <a:uFillTx/>
                <a:latin typeface="Times New Roman"/>
                <a:ea typeface="DejaVu Sans"/>
              </a:rPr>
              <a:t> </a:t>
            </a:r>
            <a:r>
              <a:rPr b="1" lang="en-US" sz="1500" strike="noStrike" u="none">
                <a:solidFill>
                  <a:srgbClr val="00afef"/>
                </a:solidFill>
                <a:effectLst/>
                <a:uFillTx/>
                <a:latin typeface="Times New Roman"/>
                <a:ea typeface="DejaVu Sans"/>
              </a:rPr>
              <a:t>krishnan</a:t>
            </a:r>
            <a:r>
              <a:rPr b="1" lang="en-US" sz="1500" spc="-40" strike="noStrike" u="none">
                <a:solidFill>
                  <a:srgbClr val="00afef"/>
                </a:solidFill>
                <a:effectLst/>
                <a:uFillTx/>
                <a:latin typeface="Times New Roman"/>
                <a:ea typeface="DejaVu Sans"/>
              </a:rPr>
              <a:t> </a:t>
            </a:r>
            <a:r>
              <a:rPr b="1" lang="en-US" sz="1500" spc="-51" strike="noStrike" u="none">
                <a:solidFill>
                  <a:srgbClr val="00afef"/>
                </a:solidFill>
                <a:effectLst/>
                <a:uFillTx/>
                <a:latin typeface="Times New Roman"/>
                <a:ea typeface="DejaVu Sans"/>
              </a:rPr>
              <a:t>S</a:t>
            </a:r>
            <a:endParaRPr b="0" lang="en-US" sz="1500" strike="noStrike" u="none">
              <a:solidFill>
                <a:srgbClr val="000000"/>
              </a:solidFill>
              <a:effectLst/>
              <a:uFillTx/>
              <a:latin typeface="Arial"/>
            </a:endParaRPr>
          </a:p>
          <a:p>
            <a:pPr marL="12600">
              <a:lnSpc>
                <a:spcPct val="100000"/>
              </a:lnSpc>
              <a:spcBef>
                <a:spcPts val="904"/>
              </a:spcBef>
            </a:pPr>
            <a:r>
              <a:rPr b="1" lang="en-US" sz="1500" strike="noStrike" u="none">
                <a:solidFill>
                  <a:srgbClr val="00afef"/>
                </a:solidFill>
                <a:effectLst/>
                <a:uFillTx/>
                <a:latin typeface="Times New Roman"/>
                <a:ea typeface="DejaVu Sans"/>
              </a:rPr>
              <a:t>:</a:t>
            </a:r>
            <a:r>
              <a:rPr b="1" lang="en-US" sz="1500" spc="-6" strike="noStrike" u="none">
                <a:solidFill>
                  <a:srgbClr val="00afef"/>
                </a:solidFill>
                <a:effectLst/>
                <a:uFillTx/>
                <a:latin typeface="Times New Roman"/>
                <a:ea typeface="DejaVu Sans"/>
              </a:rPr>
              <a:t> </a:t>
            </a:r>
            <a:r>
              <a:rPr b="1" lang="en-US" sz="1500" spc="-11" strike="noStrike" u="none">
                <a:solidFill>
                  <a:srgbClr val="00afef"/>
                </a:solidFill>
                <a:effectLst/>
                <a:uFillTx/>
                <a:latin typeface="Times New Roman"/>
                <a:ea typeface="DejaVu Sans"/>
              </a:rPr>
              <a:t>23AD048</a:t>
            </a:r>
            <a:endParaRPr b="0" lang="en-US" sz="1500" strike="noStrike" u="none">
              <a:solidFill>
                <a:srgbClr val="000000"/>
              </a:solidFill>
              <a:effectLst/>
              <a:uFillTx/>
              <a:latin typeface="Arial"/>
            </a:endParaRPr>
          </a:p>
          <a:p>
            <a:pPr marL="12600">
              <a:lnSpc>
                <a:spcPct val="100000"/>
              </a:lnSpc>
              <a:spcBef>
                <a:spcPts val="904"/>
              </a:spcBef>
            </a:pPr>
            <a:r>
              <a:rPr b="1" lang="en-US" sz="1500" strike="noStrike" u="none">
                <a:solidFill>
                  <a:srgbClr val="00afef"/>
                </a:solidFill>
                <a:effectLst/>
                <a:uFillTx/>
                <a:latin typeface="Times New Roman"/>
                <a:ea typeface="DejaVu Sans"/>
              </a:rPr>
              <a:t>:</a:t>
            </a:r>
            <a:r>
              <a:rPr b="1" lang="en-US" sz="1500" spc="-85" strike="noStrike" u="none">
                <a:solidFill>
                  <a:srgbClr val="00afef"/>
                </a:solidFill>
                <a:effectLst/>
                <a:uFillTx/>
                <a:latin typeface="Times New Roman"/>
                <a:ea typeface="DejaVu Sans"/>
              </a:rPr>
              <a:t> </a:t>
            </a:r>
            <a:r>
              <a:rPr b="1" lang="en-US" sz="1500" spc="-51" strike="noStrike" u="none">
                <a:solidFill>
                  <a:srgbClr val="00afef"/>
                </a:solidFill>
                <a:effectLst/>
                <a:uFillTx/>
                <a:latin typeface="Times New Roman"/>
                <a:ea typeface="DejaVu Sans"/>
              </a:rPr>
              <a:t>A</a:t>
            </a:r>
            <a:endParaRPr b="0" lang="en-US" sz="15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4114800" y="466560"/>
            <a:ext cx="4114440" cy="1819800"/>
          </a:xfrm>
          <a:prstGeom prst="rect">
            <a:avLst/>
          </a:prstGeom>
          <a:noFill/>
          <a:ln w="0">
            <a:noFill/>
          </a:ln>
        </p:spPr>
        <p:txBody>
          <a:bodyPr lIns="0" rIns="0" tIns="13320" bIns="0" anchor="t">
            <a:spAutoFit/>
          </a:bodyPr>
          <a:p>
            <a:pPr marL="12600" indent="0">
              <a:lnSpc>
                <a:spcPct val="100000"/>
              </a:lnSpc>
              <a:spcBef>
                <a:spcPts val="105"/>
              </a:spcBef>
              <a:buNone/>
              <a:tabLst>
                <a:tab algn="l" pos="0"/>
              </a:tabLst>
            </a:pPr>
            <a:r>
              <a:rPr b="0" lang="en-US" sz="3600" spc="-11" strike="noStrike" u="none">
                <a:solidFill>
                  <a:srgbClr val="00afef"/>
                </a:solidFill>
                <a:effectLst/>
                <a:uFillTx/>
                <a:latin typeface="Cambria"/>
              </a:rPr>
              <a:t>Problem Statement</a:t>
            </a:r>
            <a:endParaRPr b="0" lang="en-US" sz="3600" strike="noStrike" u="none">
              <a:solidFill>
                <a:srgbClr val="000000"/>
              </a:solidFill>
              <a:effectLst/>
              <a:uFillTx/>
              <a:latin typeface="Arial"/>
            </a:endParaRPr>
          </a:p>
        </p:txBody>
      </p:sp>
      <p:sp>
        <p:nvSpPr>
          <p:cNvPr id="60" name="object 21"/>
          <p:cNvSpPr/>
          <p:nvPr/>
        </p:nvSpPr>
        <p:spPr>
          <a:xfrm>
            <a:off x="4849560" y="1371600"/>
            <a:ext cx="7319520" cy="5694120"/>
          </a:xfrm>
          <a:prstGeom prst="rect">
            <a:avLst/>
          </a:prstGeom>
          <a:noFill/>
          <a:ln w="0">
            <a:noFill/>
          </a:ln>
        </p:spPr>
        <p:style>
          <a:lnRef idx="0"/>
          <a:fillRef idx="0"/>
          <a:effectRef idx="0"/>
          <a:fontRef idx="minor"/>
        </p:style>
        <p:txBody>
          <a:bodyPr lIns="0" rIns="0" tIns="94680" bIns="0" anchor="t">
            <a:spAutoFit/>
          </a:bodyPr>
          <a:p>
            <a:pPr marL="241200" indent="-229320">
              <a:lnSpc>
                <a:spcPct val="115000"/>
              </a:lnSpc>
              <a:spcBef>
                <a:spcPts val="1191"/>
              </a:spcBef>
              <a:spcAft>
                <a:spcPts val="992"/>
              </a:spcAft>
              <a:buClr>
                <a:srgbClr val="000000"/>
              </a:buClr>
              <a:buFont typeface="Arial MT"/>
              <a:buChar char="•"/>
              <a:tabLst>
                <a:tab algn="l" pos="241200"/>
              </a:tabLst>
            </a:pPr>
            <a:r>
              <a:rPr b="0" lang="en-US" sz="1800" spc="-45" strike="noStrike" u="none">
                <a:solidFill>
                  <a:srgbClr val="000000"/>
                </a:solidFill>
                <a:effectLst/>
                <a:uFillTx/>
                <a:latin typeface="Trebuchet MS"/>
                <a:ea typeface="DejaVu Sans"/>
              </a:rPr>
              <a:t>Security analysts today must piece together threat intelligence from multiple disconnected sources — vulnerability databases (like NVD), adversary behavior catalogs (like MITRE ATT&amp;CK), and exploit feeds — each stored as flat, siloed data with no inherent relationships between them. Answering a realistic security question, such as "which of our systems are exposed to techniques used by a specific threat actor," requires manually cross-referencing several of these sources by hand, which is slow, error-prone, and doesn't scale as new vulnerabilities and threat actors emerge daily.</a:t>
            </a:r>
            <a:endParaRPr b="0" lang="en-US" sz="1800" strike="noStrike" u="none">
              <a:solidFill>
                <a:srgbClr val="000000"/>
              </a:solidFill>
              <a:effectLst/>
              <a:uFillTx/>
              <a:latin typeface="Arial"/>
            </a:endParaRPr>
          </a:p>
          <a:p>
            <a:pPr marL="241200" indent="-229320">
              <a:lnSpc>
                <a:spcPct val="115000"/>
              </a:lnSpc>
              <a:spcBef>
                <a:spcPts val="1191"/>
              </a:spcBef>
              <a:spcAft>
                <a:spcPts val="992"/>
              </a:spcAft>
              <a:buClr>
                <a:srgbClr val="000000"/>
              </a:buClr>
              <a:buFont typeface="Arial MT"/>
              <a:buChar char="•"/>
              <a:tabLst>
                <a:tab algn="l" pos="241200"/>
              </a:tabLst>
            </a:pPr>
            <a:r>
              <a:rPr b="0" lang="en-US" sz="1800" spc="-45" strike="noStrike" u="none">
                <a:solidFill>
                  <a:srgbClr val="000000"/>
                </a:solidFill>
                <a:effectLst/>
                <a:uFillTx/>
                <a:latin typeface="Trebuchet MS"/>
                <a:ea typeface="DejaVu Sans"/>
              </a:rPr>
              <a:t>Furthermore, existing tools are largely reactive — they answer questions only when an analyst explicitly asks them, and provide no way to continuously monitor whether an organization's specific software is affected by newly disclosed vulnerabilities or targeted by active threat campaigns, leaving analysts dependent on manually checking for updates rather than being proactively notified.</a:t>
            </a:r>
            <a:endParaRPr b="0" lang="en-US" sz="1800" strike="noStrike" u="none">
              <a:solidFill>
                <a:srgbClr val="000000"/>
              </a:solidFill>
              <a:effectLst/>
              <a:uFillTx/>
              <a:latin typeface="Arial"/>
            </a:endParaRPr>
          </a:p>
          <a:p>
            <a:pPr>
              <a:lnSpc>
                <a:spcPct val="115000"/>
              </a:lnSpc>
              <a:spcBef>
                <a:spcPts val="1191"/>
              </a:spcBef>
              <a:spcAft>
                <a:spcPts val="992"/>
              </a:spcAft>
              <a:tabLst>
                <a:tab algn="l" pos="241200"/>
              </a:tabLst>
            </a:pPr>
            <a:endParaRPr b="0" lang="en-US" sz="1800" strike="noStrike" u="none">
              <a:solidFill>
                <a:srgbClr val="000000"/>
              </a:solidFill>
              <a:effectLst/>
              <a:uFillTx/>
              <a:latin typeface="Arial"/>
            </a:endParaRPr>
          </a:p>
        </p:txBody>
      </p:sp>
      <p:pic>
        <p:nvPicPr>
          <p:cNvPr id="61" name="" descr=""/>
          <p:cNvPicPr/>
          <p:nvPr/>
        </p:nvPicPr>
        <p:blipFill>
          <a:blip r:embed="rId1"/>
          <a:stretch/>
        </p:blipFill>
        <p:spPr>
          <a:xfrm>
            <a:off x="0" y="1600200"/>
            <a:ext cx="4833720" cy="434304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5486400" y="457200"/>
            <a:ext cx="1666800" cy="1819800"/>
          </a:xfrm>
          <a:prstGeom prst="rect">
            <a:avLst/>
          </a:prstGeom>
          <a:noFill/>
          <a:ln w="0">
            <a:noFill/>
          </a:ln>
        </p:spPr>
        <p:txBody>
          <a:bodyPr lIns="0" rIns="0" tIns="13320" bIns="0" anchor="t">
            <a:spAutoFit/>
          </a:bodyPr>
          <a:p>
            <a:pPr marL="12600" indent="0">
              <a:lnSpc>
                <a:spcPct val="100000"/>
              </a:lnSpc>
              <a:spcBef>
                <a:spcPts val="105"/>
              </a:spcBef>
              <a:buNone/>
              <a:tabLst>
                <a:tab algn="l" pos="0"/>
              </a:tabLst>
            </a:pPr>
            <a:r>
              <a:rPr b="0" lang="en-US" sz="3600" spc="-11" strike="noStrike" u="none">
                <a:solidFill>
                  <a:srgbClr val="00afef"/>
                </a:solidFill>
                <a:effectLst/>
                <a:uFillTx/>
                <a:latin typeface="Cambria"/>
              </a:rPr>
              <a:t>Abstract</a:t>
            </a:r>
            <a:endParaRPr b="0" lang="en-US" sz="3600" strike="noStrike" u="none">
              <a:solidFill>
                <a:srgbClr val="000000"/>
              </a:solidFill>
              <a:effectLst/>
              <a:uFillTx/>
              <a:latin typeface="Arial"/>
            </a:endParaRPr>
          </a:p>
        </p:txBody>
      </p:sp>
      <p:sp>
        <p:nvSpPr>
          <p:cNvPr id="63" name="object 3"/>
          <p:cNvSpPr/>
          <p:nvPr/>
        </p:nvSpPr>
        <p:spPr>
          <a:xfrm>
            <a:off x="0" y="1163520"/>
            <a:ext cx="7543440" cy="5694120"/>
          </a:xfrm>
          <a:prstGeom prst="rect">
            <a:avLst/>
          </a:prstGeom>
          <a:noFill/>
          <a:ln w="0">
            <a:noFill/>
          </a:ln>
        </p:spPr>
        <p:style>
          <a:lnRef idx="0"/>
          <a:fillRef idx="0"/>
          <a:effectRef idx="0"/>
          <a:fontRef idx="minor"/>
        </p:style>
        <p:txBody>
          <a:bodyPr lIns="0" rIns="0" tIns="94680" bIns="0" anchor="t">
            <a:spAutoFit/>
          </a:bodyPr>
          <a:p>
            <a:pPr marL="241200" indent="-229320">
              <a:lnSpc>
                <a:spcPct val="115000"/>
              </a:lnSpc>
              <a:spcBef>
                <a:spcPts val="1191"/>
              </a:spcBef>
              <a:spcAft>
                <a:spcPts val="992"/>
              </a:spcAft>
              <a:buClr>
                <a:srgbClr val="000000"/>
              </a:buClr>
              <a:buFont typeface="Arial MT"/>
              <a:buChar char="•"/>
              <a:tabLst>
                <a:tab algn="l" pos="241200"/>
              </a:tabLst>
            </a:pPr>
            <a:r>
              <a:rPr b="0" lang="en-US" sz="1800" strike="noStrike" u="none">
                <a:solidFill>
                  <a:srgbClr val="000000"/>
                </a:solidFill>
                <a:effectLst/>
                <a:uFillTx/>
                <a:latin typeface="Red Hat Display SemiBold Italic"/>
                <a:ea typeface="DejaVu Sans"/>
              </a:rPr>
              <a:t>Security analysts today rely on fragmented threat intelligence — CVE databases, adversary behavior catalogs, and exploit feeds — stored as disconnected data, making questions like "which systems are exposed to a specific threat actor's techniques" slow and manual to answer.</a:t>
            </a:r>
            <a:endParaRPr b="0" lang="en-US" sz="1800" strike="noStrike" u="none">
              <a:solidFill>
                <a:srgbClr val="000000"/>
              </a:solidFill>
              <a:effectLst/>
              <a:uFillTx/>
              <a:latin typeface="Arial"/>
            </a:endParaRPr>
          </a:p>
          <a:p>
            <a:pPr marL="241200" indent="-229320">
              <a:lnSpc>
                <a:spcPct val="115000"/>
              </a:lnSpc>
              <a:spcBef>
                <a:spcPts val="1191"/>
              </a:spcBef>
              <a:spcAft>
                <a:spcPts val="992"/>
              </a:spcAft>
              <a:buClr>
                <a:srgbClr val="000000"/>
              </a:buClr>
              <a:buFont typeface="Arial MT"/>
              <a:buChar char="•"/>
              <a:tabLst>
                <a:tab algn="l" pos="241200"/>
              </a:tabLst>
            </a:pPr>
            <a:r>
              <a:rPr b="0" lang="en-US" sz="1800" strike="noStrike" u="none">
                <a:solidFill>
                  <a:srgbClr val="000000"/>
                </a:solidFill>
                <a:effectLst/>
                <a:uFillTx/>
                <a:latin typeface="Red Hat Display SemiBold Italic"/>
                <a:ea typeface="DejaVu Sans"/>
              </a:rPr>
              <a:t>CyberGraph Intelligence Platform solves this by modeling threat actors, attack techniques, and CVEs as a connected Neo4j knowledge graph, built from free public sources — MITRE ATT&amp;CK and the National Vulnerability Database. A Graph RAG pipeline (LangChain + LLM-generated Cypher) lets analysts ask natural-language questions and get relationship-aware answers — tracing an actor to their tools to the exact vulnerabilities exploited — via a FastAPI backend and React UI, with threat actor profiling and CVE lookup built in. The platform is further being extended with proactive asset monitoring, alerting analysts the moment a new threat affects software their organization specifically depends on.</a:t>
            </a:r>
            <a:endParaRPr b="0" lang="en-US" sz="1800" strike="noStrike" u="none">
              <a:solidFill>
                <a:srgbClr val="000000"/>
              </a:solidFill>
              <a:effectLst/>
              <a:uFillTx/>
              <a:latin typeface="Arial"/>
            </a:endParaRPr>
          </a:p>
          <a:p>
            <a:pPr>
              <a:lnSpc>
                <a:spcPct val="115000"/>
              </a:lnSpc>
              <a:spcBef>
                <a:spcPts val="1191"/>
              </a:spcBef>
              <a:spcAft>
                <a:spcPts val="992"/>
              </a:spcAft>
              <a:tabLst>
                <a:tab algn="l" pos="241200"/>
              </a:tabLst>
            </a:pPr>
            <a:endParaRPr b="0" lang="en-US" sz="1800" strike="noStrike" u="none">
              <a:solidFill>
                <a:srgbClr val="000000"/>
              </a:solidFill>
              <a:effectLst/>
              <a:uFillTx/>
              <a:latin typeface="Arial"/>
            </a:endParaRPr>
          </a:p>
        </p:txBody>
      </p:sp>
      <p:pic>
        <p:nvPicPr>
          <p:cNvPr id="64" name="" descr=""/>
          <p:cNvPicPr/>
          <p:nvPr/>
        </p:nvPicPr>
        <p:blipFill>
          <a:blip r:embed="rId1"/>
          <a:stretch/>
        </p:blipFill>
        <p:spPr>
          <a:xfrm>
            <a:off x="7543800" y="1371600"/>
            <a:ext cx="4571640" cy="502884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2216160" y="304200"/>
            <a:ext cx="6774840" cy="615960"/>
          </a:xfrm>
          <a:prstGeom prst="rect">
            <a:avLst/>
          </a:prstGeom>
          <a:noFill/>
          <a:ln w="0">
            <a:noFill/>
          </a:ln>
        </p:spPr>
        <p:txBody>
          <a:bodyPr lIns="0" rIns="0" tIns="13320" bIns="0" anchor="t">
            <a:spAutoFit/>
          </a:bodyPr>
          <a:p>
            <a:pPr marL="477360" indent="0">
              <a:lnSpc>
                <a:spcPct val="100000"/>
              </a:lnSpc>
              <a:spcBef>
                <a:spcPts val="105"/>
              </a:spcBef>
              <a:buNone/>
              <a:tabLst>
                <a:tab algn="l" pos="0"/>
              </a:tabLst>
            </a:pPr>
            <a:r>
              <a:rPr b="1" lang="en-US" sz="3600" strike="noStrike" u="none">
                <a:solidFill>
                  <a:srgbClr val="00afef"/>
                </a:solidFill>
                <a:effectLst/>
                <a:uFillTx/>
                <a:latin typeface="Cambria"/>
              </a:rPr>
              <a:t>Data</a:t>
            </a:r>
            <a:r>
              <a:rPr b="1" lang="en-US" sz="3600" spc="-79" strike="noStrike" u="none">
                <a:solidFill>
                  <a:srgbClr val="00afef"/>
                </a:solidFill>
                <a:effectLst/>
                <a:uFillTx/>
                <a:latin typeface="Cambria"/>
              </a:rPr>
              <a:t> </a:t>
            </a:r>
            <a:r>
              <a:rPr b="1" lang="en-US" sz="3600" strike="noStrike" u="none">
                <a:solidFill>
                  <a:srgbClr val="00afef"/>
                </a:solidFill>
                <a:effectLst/>
                <a:uFillTx/>
                <a:latin typeface="Cambria"/>
              </a:rPr>
              <a:t>collection</a:t>
            </a:r>
            <a:r>
              <a:rPr b="1" lang="en-US" sz="3600" spc="-31" strike="noStrike" u="none">
                <a:solidFill>
                  <a:srgbClr val="00afef"/>
                </a:solidFill>
                <a:effectLst/>
                <a:uFillTx/>
                <a:latin typeface="Cambria"/>
              </a:rPr>
              <a:t> </a:t>
            </a:r>
            <a:r>
              <a:rPr b="1" lang="en-US" sz="3600" strike="noStrike" u="none">
                <a:solidFill>
                  <a:srgbClr val="00afef"/>
                </a:solidFill>
                <a:effectLst/>
                <a:uFillTx/>
                <a:latin typeface="Cambria"/>
              </a:rPr>
              <a:t>and</a:t>
            </a:r>
            <a:r>
              <a:rPr b="1" lang="en-US" sz="3600" spc="-74" strike="noStrike" u="none">
                <a:solidFill>
                  <a:srgbClr val="00afef"/>
                </a:solidFill>
                <a:effectLst/>
                <a:uFillTx/>
                <a:latin typeface="Cambria"/>
              </a:rPr>
              <a:t> </a:t>
            </a:r>
            <a:r>
              <a:rPr b="1" lang="en-US" sz="3600" spc="-11" strike="noStrike" u="none">
                <a:solidFill>
                  <a:srgbClr val="00afef"/>
                </a:solidFill>
                <a:effectLst/>
                <a:uFillTx/>
                <a:latin typeface="Cambria"/>
              </a:rPr>
              <a:t>analysis</a:t>
            </a:r>
            <a:endParaRPr b="0" lang="en-US" sz="3600" strike="noStrike" u="none">
              <a:solidFill>
                <a:srgbClr val="000000"/>
              </a:solidFill>
              <a:effectLst/>
              <a:uFillTx/>
              <a:latin typeface="Arial"/>
            </a:endParaRPr>
          </a:p>
        </p:txBody>
      </p:sp>
      <p:sp>
        <p:nvSpPr>
          <p:cNvPr id="66" name="object 3"/>
          <p:cNvSpPr/>
          <p:nvPr/>
        </p:nvSpPr>
        <p:spPr>
          <a:xfrm>
            <a:off x="425880" y="1332000"/>
            <a:ext cx="11284560" cy="4375440"/>
          </a:xfrm>
          <a:prstGeom prst="rect">
            <a:avLst/>
          </a:prstGeom>
          <a:noFill/>
          <a:ln w="0">
            <a:noFill/>
          </a:ln>
        </p:spPr>
        <p:style>
          <a:lnRef idx="0"/>
          <a:fillRef idx="0"/>
          <a:effectRef idx="0"/>
          <a:fontRef idx="minor"/>
        </p:style>
        <p:txBody>
          <a:bodyPr lIns="0" rIns="0" tIns="108000" bIns="0" anchor="t">
            <a:spAutoFit/>
          </a:bodyPr>
          <a:p>
            <a:pPr>
              <a:lnSpc>
                <a:spcPct val="100000"/>
              </a:lnSpc>
              <a:spcBef>
                <a:spcPts val="850"/>
              </a:spcBef>
              <a:tabLst>
                <a:tab algn="l" pos="240840"/>
              </a:tabLst>
            </a:pPr>
            <a:endParaRPr b="0" lang="en-US" sz="1800" strike="noStrike" u="none">
              <a:solidFill>
                <a:srgbClr val="000000"/>
              </a:solidFill>
              <a:effectLst/>
              <a:uFillTx/>
              <a:latin typeface="Arial"/>
              <a:ea typeface="DejaVu Sans"/>
            </a:endParaRPr>
          </a:p>
        </p:txBody>
      </p:sp>
      <p:pic>
        <p:nvPicPr>
          <p:cNvPr id="67" name="" descr=""/>
          <p:cNvPicPr/>
          <p:nvPr/>
        </p:nvPicPr>
        <p:blipFill>
          <a:blip r:embed="rId1"/>
          <a:stretch/>
        </p:blipFill>
        <p:spPr>
          <a:xfrm>
            <a:off x="685800" y="1143000"/>
            <a:ext cx="10972440" cy="480024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2216160" y="304200"/>
            <a:ext cx="6774840" cy="615960"/>
          </a:xfrm>
          <a:prstGeom prst="rect">
            <a:avLst/>
          </a:prstGeom>
          <a:noFill/>
          <a:ln w="0">
            <a:noFill/>
          </a:ln>
        </p:spPr>
        <p:txBody>
          <a:bodyPr lIns="0" rIns="0" tIns="13320" bIns="0" anchor="t">
            <a:spAutoFit/>
          </a:bodyPr>
          <a:p>
            <a:pPr marL="12600" indent="0">
              <a:lnSpc>
                <a:spcPct val="100000"/>
              </a:lnSpc>
              <a:spcBef>
                <a:spcPts val="105"/>
              </a:spcBef>
              <a:buNone/>
              <a:tabLst>
                <a:tab algn="l" pos="0"/>
              </a:tabLst>
            </a:pPr>
            <a:r>
              <a:rPr b="1" lang="en-US" sz="3600" strike="noStrike" u="none">
                <a:solidFill>
                  <a:srgbClr val="00afef"/>
                </a:solidFill>
                <a:effectLst/>
                <a:uFillTx/>
                <a:latin typeface="Cambria"/>
              </a:rPr>
              <a:t>Methodology</a:t>
            </a:r>
            <a:r>
              <a:rPr b="1" lang="en-US" sz="3600" spc="-91" strike="noStrike" u="none">
                <a:solidFill>
                  <a:srgbClr val="00afef"/>
                </a:solidFill>
                <a:effectLst/>
                <a:uFillTx/>
                <a:latin typeface="Cambria"/>
              </a:rPr>
              <a:t> </a:t>
            </a:r>
            <a:r>
              <a:rPr b="1" lang="en-US" sz="3600" strike="noStrike" u="none">
                <a:solidFill>
                  <a:srgbClr val="00afef"/>
                </a:solidFill>
                <a:effectLst/>
                <a:uFillTx/>
                <a:latin typeface="Cambria"/>
              </a:rPr>
              <a:t>and</a:t>
            </a:r>
            <a:r>
              <a:rPr b="1" lang="en-US" sz="3600" spc="-105" strike="noStrike" u="none">
                <a:solidFill>
                  <a:srgbClr val="00afef"/>
                </a:solidFill>
                <a:effectLst/>
                <a:uFillTx/>
                <a:latin typeface="Cambria"/>
              </a:rPr>
              <a:t> </a:t>
            </a:r>
            <a:r>
              <a:rPr b="1" lang="en-US" sz="3600" spc="-11" strike="noStrike" u="none">
                <a:solidFill>
                  <a:srgbClr val="00afef"/>
                </a:solidFill>
                <a:effectLst/>
                <a:uFillTx/>
                <a:latin typeface="Cambria"/>
              </a:rPr>
              <a:t>System</a:t>
            </a:r>
            <a:r>
              <a:rPr b="1" lang="en-US" sz="3600" spc="-40" strike="noStrike" u="none">
                <a:solidFill>
                  <a:srgbClr val="00afef"/>
                </a:solidFill>
                <a:effectLst/>
                <a:uFillTx/>
                <a:latin typeface="Cambria"/>
              </a:rPr>
              <a:t> </a:t>
            </a:r>
            <a:r>
              <a:rPr b="1" lang="en-US" sz="3600" spc="-11" strike="noStrike" u="none">
                <a:solidFill>
                  <a:srgbClr val="00afef"/>
                </a:solidFill>
                <a:effectLst/>
                <a:uFillTx/>
                <a:latin typeface="Cambria"/>
              </a:rPr>
              <a:t>Design</a:t>
            </a:r>
            <a:endParaRPr b="0" lang="en-US" sz="3600" strike="noStrike" u="none">
              <a:solidFill>
                <a:srgbClr val="000000"/>
              </a:solidFill>
              <a:effectLst/>
              <a:uFillTx/>
              <a:latin typeface="Arial"/>
            </a:endParaRPr>
          </a:p>
        </p:txBody>
      </p:sp>
      <p:sp>
        <p:nvSpPr>
          <p:cNvPr id="69" name="object 3"/>
          <p:cNvSpPr/>
          <p:nvPr/>
        </p:nvSpPr>
        <p:spPr>
          <a:xfrm>
            <a:off x="673920" y="1143000"/>
            <a:ext cx="8469720" cy="5610960"/>
          </a:xfrm>
          <a:prstGeom prst="rect">
            <a:avLst/>
          </a:prstGeom>
          <a:noFill/>
          <a:ln w="0">
            <a:noFill/>
          </a:ln>
        </p:spPr>
        <p:style>
          <a:lnRef idx="0"/>
          <a:fillRef idx="0"/>
          <a:effectRef idx="0"/>
          <a:fontRef idx="minor"/>
        </p:style>
        <p:txBody>
          <a:bodyPr lIns="0" rIns="0" tIns="108000" bIns="0" anchor="t">
            <a:spAutoFit/>
          </a:bodyPr>
          <a:p>
            <a:pPr marL="240840" indent="-227880">
              <a:lnSpc>
                <a:spcPct val="100000"/>
              </a:lnSpc>
              <a:spcBef>
                <a:spcPts val="1191"/>
              </a:spcBef>
              <a:spcAft>
                <a:spcPts val="992"/>
              </a:spcAft>
              <a:buClr>
                <a:srgbClr val="000000"/>
              </a:buClr>
              <a:buFont typeface="Arial MT"/>
              <a:buChar char="•"/>
              <a:tabLst>
                <a:tab algn="l" pos="240840"/>
              </a:tabLst>
            </a:pPr>
            <a:r>
              <a:rPr b="1" lang="en-US" sz="1800" strike="noStrike" u="none">
                <a:solidFill>
                  <a:srgbClr val="000000"/>
                </a:solidFill>
                <a:effectLst/>
                <a:uFillTx/>
                <a:latin typeface="Trebuchet MS"/>
                <a:ea typeface="DejaVu Sans"/>
              </a:rPr>
              <a:t>1. Graph-Centric Modeling</a:t>
            </a:r>
            <a:endParaRPr b="0" lang="en-US" sz="1800" strike="noStrike" u="none">
              <a:solidFill>
                <a:srgbClr val="000000"/>
              </a:solidFill>
              <a:effectLst/>
              <a:uFillTx/>
              <a:latin typeface="Arial"/>
            </a:endParaRPr>
          </a:p>
          <a:p>
            <a:pPr marL="240840" indent="-227880">
              <a:lnSpc>
                <a:spcPct val="100000"/>
              </a:lnSpc>
              <a:spcBef>
                <a:spcPts val="1191"/>
              </a:spcBef>
              <a:spcAft>
                <a:spcPts val="992"/>
              </a:spcAft>
              <a:buClr>
                <a:srgbClr val="000000"/>
              </a:buClr>
              <a:buFont typeface="Arial MT"/>
              <a:buChar char="•"/>
              <a:tabLst>
                <a:tab algn="l" pos="240840"/>
              </a:tabLst>
            </a:pPr>
            <a:r>
              <a:rPr b="0" lang="en-US" sz="1800" strike="noStrike" u="none">
                <a:solidFill>
                  <a:srgbClr val="000000"/>
                </a:solidFill>
                <a:effectLst/>
                <a:uFillTx/>
                <a:latin typeface="Trebuchet MS"/>
                <a:ea typeface="DejaVu Sans"/>
              </a:rPr>
              <a:t>Represent the cybersecurity domain — threat actors, CVEs, malware, attack techniques — as an interconnected Neo4j knowledge graph, instead of flat, siloed data tables.</a:t>
            </a:r>
            <a:endParaRPr b="0" lang="en-US" sz="1800" strike="noStrike" u="none">
              <a:solidFill>
                <a:srgbClr val="000000"/>
              </a:solidFill>
              <a:effectLst/>
              <a:uFillTx/>
              <a:latin typeface="Arial"/>
            </a:endParaRPr>
          </a:p>
          <a:p>
            <a:pPr marL="240840" indent="-227880">
              <a:lnSpc>
                <a:spcPct val="100000"/>
              </a:lnSpc>
              <a:spcBef>
                <a:spcPts val="1191"/>
              </a:spcBef>
              <a:spcAft>
                <a:spcPts val="992"/>
              </a:spcAft>
              <a:buClr>
                <a:srgbClr val="000000"/>
              </a:buClr>
              <a:buFont typeface="Arial MT"/>
              <a:buChar char="•"/>
              <a:tabLst>
                <a:tab algn="l" pos="240840"/>
              </a:tabLst>
            </a:pPr>
            <a:r>
              <a:rPr b="1" lang="en-US" sz="1800" strike="noStrike" u="none">
                <a:solidFill>
                  <a:srgbClr val="000000"/>
                </a:solidFill>
                <a:effectLst/>
                <a:uFillTx/>
                <a:latin typeface="Trebuchet MS"/>
                <a:ea typeface="DejaVu Sans"/>
              </a:rPr>
              <a:t>2. Retrieval-Augmented Reasoning (Graph RAG)</a:t>
            </a:r>
            <a:endParaRPr b="0" lang="en-US" sz="1800" strike="noStrike" u="none">
              <a:solidFill>
                <a:srgbClr val="000000"/>
              </a:solidFill>
              <a:effectLst/>
              <a:uFillTx/>
              <a:latin typeface="Arial"/>
            </a:endParaRPr>
          </a:p>
          <a:p>
            <a:pPr marL="240840" indent="-227880">
              <a:lnSpc>
                <a:spcPct val="100000"/>
              </a:lnSpc>
              <a:spcBef>
                <a:spcPts val="1191"/>
              </a:spcBef>
              <a:spcAft>
                <a:spcPts val="992"/>
              </a:spcAft>
              <a:buClr>
                <a:srgbClr val="000000"/>
              </a:buClr>
              <a:buFont typeface="Arial MT"/>
              <a:buChar char="•"/>
              <a:tabLst>
                <a:tab algn="l" pos="240840"/>
              </a:tabLst>
            </a:pPr>
            <a:r>
              <a:rPr b="0" lang="en-US" sz="1800" strike="noStrike" u="none">
                <a:solidFill>
                  <a:srgbClr val="000000"/>
                </a:solidFill>
                <a:effectLst/>
                <a:uFillTx/>
                <a:latin typeface="Trebuchet MS"/>
                <a:ea typeface="DejaVu Sans"/>
              </a:rPr>
              <a:t>Combine LLM-generated Cypher graph traversal with natural-language question answering, enabling multi-hop, relationship-aware reasoning rather than isolated fact lookup.</a:t>
            </a:r>
            <a:endParaRPr b="0" lang="en-US" sz="1800" strike="noStrike" u="none">
              <a:solidFill>
                <a:srgbClr val="000000"/>
              </a:solidFill>
              <a:effectLst/>
              <a:uFillTx/>
              <a:latin typeface="Arial"/>
            </a:endParaRPr>
          </a:p>
          <a:p>
            <a:pPr marL="240840" indent="-227880">
              <a:lnSpc>
                <a:spcPct val="100000"/>
              </a:lnSpc>
              <a:spcBef>
                <a:spcPts val="1191"/>
              </a:spcBef>
              <a:spcAft>
                <a:spcPts val="992"/>
              </a:spcAft>
              <a:buClr>
                <a:srgbClr val="000000"/>
              </a:buClr>
              <a:buFont typeface="Arial MT"/>
              <a:buChar char="•"/>
              <a:tabLst>
                <a:tab algn="l" pos="240840"/>
              </a:tabLst>
            </a:pPr>
            <a:r>
              <a:rPr b="1" lang="en-US" sz="1800" strike="noStrike" u="none">
                <a:solidFill>
                  <a:srgbClr val="000000"/>
                </a:solidFill>
                <a:effectLst/>
                <a:uFillTx/>
                <a:latin typeface="Trebuchet MS"/>
                <a:ea typeface="DejaVu Sans"/>
              </a:rPr>
              <a:t>3. Modular, Phased Implementation</a:t>
            </a:r>
            <a:endParaRPr b="0" lang="en-US" sz="1800" strike="noStrike" u="none">
              <a:solidFill>
                <a:srgbClr val="000000"/>
              </a:solidFill>
              <a:effectLst/>
              <a:uFillTx/>
              <a:latin typeface="Arial"/>
            </a:endParaRPr>
          </a:p>
          <a:p>
            <a:pPr marL="240840" indent="-227880">
              <a:lnSpc>
                <a:spcPct val="100000"/>
              </a:lnSpc>
              <a:spcBef>
                <a:spcPts val="1191"/>
              </a:spcBef>
              <a:spcAft>
                <a:spcPts val="992"/>
              </a:spcAft>
              <a:buClr>
                <a:srgbClr val="000000"/>
              </a:buClr>
              <a:buFont typeface="Arial MT"/>
              <a:buChar char="•"/>
              <a:tabLst>
                <a:tab algn="l" pos="240840"/>
              </a:tabLst>
            </a:pPr>
            <a:r>
              <a:rPr b="0" lang="en-US" sz="1800" strike="noStrike" u="none">
                <a:solidFill>
                  <a:srgbClr val="000000"/>
                </a:solidFill>
                <a:effectLst/>
                <a:uFillTx/>
                <a:latin typeface="Trebuchet MS"/>
                <a:ea typeface="DejaVu Sans"/>
              </a:rPr>
              <a:t>Build ingestion → graph storage → RAG reasoning engine first, then layer intelligence modules (actor profiling, CVE lookup, and — in progress — proactive asset monitoring) on top, enabling iterative development and testing.</a:t>
            </a:r>
            <a:endParaRPr b="0" lang="en-US" sz="1800" strike="noStrike" u="none">
              <a:solidFill>
                <a:srgbClr val="000000"/>
              </a:solidFill>
              <a:effectLst/>
              <a:uFillTx/>
              <a:latin typeface="Arial"/>
            </a:endParaRPr>
          </a:p>
          <a:p>
            <a:pPr>
              <a:lnSpc>
                <a:spcPct val="100000"/>
              </a:lnSpc>
              <a:spcBef>
                <a:spcPts val="1191"/>
              </a:spcBef>
              <a:spcAft>
                <a:spcPts val="992"/>
              </a:spcAft>
              <a:tabLst>
                <a:tab algn="l" pos="240840"/>
              </a:tabLst>
            </a:pP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685800" y="218520"/>
            <a:ext cx="10972080" cy="274680"/>
          </a:xfrm>
          <a:prstGeom prst="rect">
            <a:avLst/>
          </a:prstGeom>
          <a:noFill/>
          <a:ln w="0">
            <a:noFill/>
          </a:ln>
        </p:spPr>
        <p:txBody>
          <a:bodyPr lIns="0" rIns="0" tIns="0" bIns="0" anchor="ctr">
            <a:spAutoFit/>
          </a:bodyPr>
          <a:p>
            <a:pPr indent="0" algn="ctr">
              <a:lnSpc>
                <a:spcPct val="100000"/>
              </a:lnSpc>
              <a:buNone/>
              <a:tabLst>
                <a:tab algn="l" pos="0"/>
              </a:tabLst>
            </a:pPr>
            <a:r>
              <a:rPr b="0" lang="en-US" sz="2000" strike="noStrike" u="none">
                <a:solidFill>
                  <a:srgbClr val="5983b0"/>
                </a:solidFill>
                <a:effectLst/>
                <a:uFillTx/>
                <a:latin typeface="Calibri"/>
              </a:rPr>
              <a:t>SYSTEM DESIGN ARCHITECTURE</a:t>
            </a:r>
            <a:endParaRPr b="0" lang="en-US" sz="2000" strike="noStrike" u="none">
              <a:solidFill>
                <a:srgbClr val="000000"/>
              </a:solidFill>
              <a:effectLst/>
              <a:uFillTx/>
              <a:latin typeface="Arial"/>
            </a:endParaRPr>
          </a:p>
        </p:txBody>
      </p:sp>
      <p:pic>
        <p:nvPicPr>
          <p:cNvPr id="71" name="" descr=""/>
          <p:cNvPicPr/>
          <p:nvPr/>
        </p:nvPicPr>
        <p:blipFill>
          <a:blip r:embed="rId1"/>
          <a:stretch/>
        </p:blipFill>
        <p:spPr>
          <a:xfrm>
            <a:off x="609480" y="1604520"/>
            <a:ext cx="10972080" cy="3976920"/>
          </a:xfrm>
          <a:prstGeom prst="rect">
            <a:avLst/>
          </a:prstGeom>
          <a:noFill/>
          <a:ln w="0">
            <a:noFill/>
          </a:ln>
        </p:spPr>
      </p:pic>
      <p:pic>
        <p:nvPicPr>
          <p:cNvPr id="72" name="" descr=""/>
          <p:cNvPicPr/>
          <p:nvPr/>
        </p:nvPicPr>
        <p:blipFill>
          <a:blip r:embed="rId2"/>
          <a:stretch/>
        </p:blipFill>
        <p:spPr>
          <a:xfrm>
            <a:off x="609480" y="457200"/>
            <a:ext cx="10972080" cy="63086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object 2"/>
          <p:cNvSpPr/>
          <p:nvPr/>
        </p:nvSpPr>
        <p:spPr>
          <a:xfrm>
            <a:off x="917640" y="1128600"/>
            <a:ext cx="10217160" cy="5520960"/>
          </a:xfrm>
          <a:prstGeom prst="rect">
            <a:avLst/>
          </a:prstGeom>
          <a:noFill/>
          <a:ln w="0">
            <a:noFill/>
          </a:ln>
        </p:spPr>
        <p:style>
          <a:lnRef idx="0"/>
          <a:fillRef idx="0"/>
          <a:effectRef idx="0"/>
          <a:fontRef idx="minor"/>
        </p:style>
        <p:txBody>
          <a:bodyPr lIns="0" rIns="0" tIns="108000" bIns="0" anchor="t">
            <a:spAutoFit/>
          </a:bodyPr>
          <a:p>
            <a:pPr>
              <a:lnSpc>
                <a:spcPct val="100000"/>
              </a:lnSpc>
              <a:spcBef>
                <a:spcPts val="850"/>
              </a:spcBef>
              <a:tabLst>
                <a:tab algn="l" pos="241200"/>
              </a:tabLst>
            </a:pPr>
            <a:endParaRPr b="0" lang="en-US" sz="1800" strike="noStrike" u="none">
              <a:solidFill>
                <a:srgbClr val="000000"/>
              </a:solidFill>
              <a:effectLst/>
              <a:uFillTx/>
              <a:latin typeface="Arial"/>
              <a:ea typeface="DejaVu Sans"/>
            </a:endParaRPr>
          </a:p>
        </p:txBody>
      </p:sp>
      <p:sp>
        <p:nvSpPr>
          <p:cNvPr id="74" name=""/>
          <p:cNvSpPr/>
          <p:nvPr/>
        </p:nvSpPr>
        <p:spPr>
          <a:xfrm>
            <a:off x="5054760" y="228600"/>
            <a:ext cx="2260080" cy="1041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750" spc="-71" strike="noStrike" u="none">
                <a:solidFill>
                  <a:srgbClr val="5983b0"/>
                </a:solidFill>
                <a:effectLst/>
                <a:uFillTx/>
                <a:latin typeface="Trebuchet MS"/>
              </a:rPr>
              <a:t>TECH STACKS</a:t>
            </a:r>
            <a:endParaRPr b="0" lang="en-US" sz="2750" strike="noStrike" u="none">
              <a:solidFill>
                <a:srgbClr val="000000"/>
              </a:solidFill>
              <a:effectLst/>
              <a:uFillTx/>
              <a:latin typeface="Arial"/>
            </a:endParaRPr>
          </a:p>
        </p:txBody>
      </p:sp>
      <p:pic>
        <p:nvPicPr>
          <p:cNvPr id="75" name="" descr=""/>
          <p:cNvPicPr/>
          <p:nvPr/>
        </p:nvPicPr>
        <p:blipFill>
          <a:blip r:embed="rId1"/>
          <a:stretch/>
        </p:blipFill>
        <p:spPr>
          <a:xfrm>
            <a:off x="1379880" y="936000"/>
            <a:ext cx="9705240" cy="52855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240"/>
            <a:ext cx="10972080" cy="1145160"/>
          </a:xfrm>
          <a:prstGeom prst="rect">
            <a:avLst/>
          </a:prstGeom>
          <a:noFill/>
          <a:ln w="0">
            <a:noFill/>
          </a:ln>
        </p:spPr>
        <p:txBody>
          <a:bodyPr lIns="0" rIns="0" tIns="0" bIns="0" anchor="ctr">
            <a:spAutoFit/>
          </a:bodyPr>
          <a:p>
            <a:pPr indent="0" algn="ctr">
              <a:lnSpc>
                <a:spcPct val="100000"/>
              </a:lnSpc>
              <a:buNone/>
              <a:tabLst>
                <a:tab algn="l" pos="0"/>
              </a:tabLst>
            </a:pPr>
            <a:r>
              <a:rPr b="0" lang="en-US" sz="1800" strike="noStrike" u="none">
                <a:solidFill>
                  <a:srgbClr val="000000"/>
                </a:solidFill>
                <a:effectLst/>
                <a:uFillTx/>
                <a:latin typeface="Calibri"/>
              </a:rPr>
              <a:t>WORK TO BE DONE</a:t>
            </a:r>
            <a:endParaRPr b="0" lang="en-US" sz="1800" strike="noStrike" u="none">
              <a:solidFill>
                <a:srgbClr val="000000"/>
              </a:solidFill>
              <a:effectLst/>
              <a:uFillTx/>
              <a:latin typeface="Arial"/>
            </a:endParaRPr>
          </a:p>
        </p:txBody>
      </p:sp>
      <p:sp>
        <p:nvSpPr>
          <p:cNvPr id="77" name=""/>
          <p:cNvSpPr/>
          <p:nvPr/>
        </p:nvSpPr>
        <p:spPr>
          <a:xfrm>
            <a:off x="609480" y="1371600"/>
            <a:ext cx="4419360" cy="159984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78" name=""/>
          <p:cNvSpPr/>
          <p:nvPr/>
        </p:nvSpPr>
        <p:spPr>
          <a:xfrm>
            <a:off x="658440" y="1418400"/>
            <a:ext cx="4370400" cy="21762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624"/>
              </a:spcBef>
              <a:spcAft>
                <a:spcPts val="425"/>
              </a:spcAft>
            </a:pPr>
            <a:r>
              <a:rPr b="1" lang="en-US" sz="1200" strike="noStrike" u="none">
                <a:solidFill>
                  <a:srgbClr val="000000"/>
                </a:solidFill>
                <a:effectLst/>
                <a:uFillTx/>
                <a:latin typeface="Arial"/>
              </a:rPr>
              <a:t>1. Remaining Data Sources</a:t>
            </a:r>
            <a:endParaRPr b="0" lang="en-US" sz="1200" strike="noStrike" u="none">
              <a:solidFill>
                <a:srgbClr val="000000"/>
              </a:solidFill>
              <a:effectLst/>
              <a:uFillTx/>
              <a:latin typeface="Arial"/>
            </a:endParaRPr>
          </a:p>
          <a:p>
            <a:pPr>
              <a:lnSpc>
                <a:spcPct val="100000"/>
              </a:lnSpc>
              <a:spcBef>
                <a:spcPts val="624"/>
              </a:spcBef>
              <a:spcAft>
                <a:spcPts val="425"/>
              </a:spcAft>
            </a:pPr>
            <a:r>
              <a:rPr b="0" lang="en-US" sz="1000" strike="noStrike" u="none">
                <a:solidFill>
                  <a:srgbClr val="000000"/>
                </a:solidFill>
                <a:effectLst/>
                <a:uFillTx/>
                <a:latin typeface="Arial"/>
              </a:rPr>
              <a:t>CAPEC &amp; CWE ingestion (attack patterns and root-cause weakness types)</a:t>
            </a:r>
            <a:endParaRPr b="0" lang="en-US" sz="1000" strike="noStrike" u="none">
              <a:solidFill>
                <a:srgbClr val="000000"/>
              </a:solidFill>
              <a:effectLst/>
              <a:uFillTx/>
              <a:latin typeface="Arial"/>
            </a:endParaRPr>
          </a:p>
          <a:p>
            <a:pPr>
              <a:lnSpc>
                <a:spcPct val="100000"/>
              </a:lnSpc>
              <a:spcBef>
                <a:spcPts val="624"/>
              </a:spcBef>
              <a:spcAft>
                <a:spcPts val="425"/>
              </a:spcAft>
            </a:pPr>
            <a:r>
              <a:rPr b="0" lang="en-US" sz="1000" strike="noStrike" u="none">
                <a:solidFill>
                  <a:srgbClr val="000000"/>
                </a:solidFill>
                <a:effectLst/>
                <a:uFillTx/>
                <a:latin typeface="Arial"/>
              </a:rPr>
              <a:t>AlienVault OTX (live IOC feed — malicious IPs/domains/hashes)</a:t>
            </a:r>
            <a:endParaRPr b="0" lang="en-US" sz="1000" strike="noStrike" u="none">
              <a:solidFill>
                <a:srgbClr val="000000"/>
              </a:solidFill>
              <a:effectLst/>
              <a:uFillTx/>
              <a:latin typeface="Arial"/>
            </a:endParaRPr>
          </a:p>
          <a:p>
            <a:pPr>
              <a:lnSpc>
                <a:spcPct val="100000"/>
              </a:lnSpc>
              <a:spcBef>
                <a:spcPts val="624"/>
              </a:spcBef>
              <a:spcAft>
                <a:spcPts val="425"/>
              </a:spcAft>
            </a:pPr>
            <a:r>
              <a:rPr b="0" lang="en-US" sz="1000" strike="noStrike" u="none">
                <a:solidFill>
                  <a:srgbClr val="000000"/>
                </a:solidFill>
                <a:effectLst/>
                <a:uFillTx/>
                <a:latin typeface="Arial"/>
              </a:rPr>
              <a:t>CISA KEV enrichment (flag actively-exploited CVEs)</a:t>
            </a:r>
            <a:endParaRPr b="0" lang="en-US" sz="1000" strike="noStrike" u="none">
              <a:solidFill>
                <a:srgbClr val="000000"/>
              </a:solidFill>
              <a:effectLst/>
              <a:uFillTx/>
              <a:latin typeface="Arial"/>
            </a:endParaRPr>
          </a:p>
          <a:p>
            <a:pPr>
              <a:lnSpc>
                <a:spcPct val="100000"/>
              </a:lnSpc>
              <a:spcBef>
                <a:spcPts val="624"/>
              </a:spcBef>
              <a:spcAft>
                <a:spcPts val="425"/>
              </a:spcAft>
            </a:pPr>
            <a:r>
              <a:rPr b="0" lang="en-US" sz="1000" strike="noStrike" u="none">
                <a:solidFill>
                  <a:srgbClr val="000000"/>
                </a:solidFill>
                <a:effectLst/>
                <a:uFillTx/>
                <a:latin typeface="Arial"/>
              </a:rPr>
              <a:t>EPSS scoring (exploit-likelihood prediction)</a:t>
            </a:r>
            <a:endParaRPr b="0" lang="en-US" sz="1000" strike="noStrike" u="none">
              <a:solidFill>
                <a:srgbClr val="000000"/>
              </a:solidFill>
              <a:effectLst/>
              <a:uFillTx/>
              <a:latin typeface="Arial"/>
            </a:endParaRPr>
          </a:p>
          <a:p>
            <a:pPr>
              <a:lnSpc>
                <a:spcPct val="100000"/>
              </a:lnSpc>
              <a:spcBef>
                <a:spcPts val="624"/>
              </a:spcBef>
              <a:spcAft>
                <a:spcPts val="425"/>
              </a:spcAft>
            </a:pPr>
            <a:endParaRPr b="0" lang="en-US" sz="1000" strike="noStrike" u="none">
              <a:solidFill>
                <a:srgbClr val="000000"/>
              </a:solidFill>
              <a:effectLst/>
              <a:uFillTx/>
              <a:latin typeface="Arial"/>
            </a:endParaRPr>
          </a:p>
        </p:txBody>
      </p:sp>
      <p:sp>
        <p:nvSpPr>
          <p:cNvPr id="79" name=""/>
          <p:cNvSpPr/>
          <p:nvPr/>
        </p:nvSpPr>
        <p:spPr>
          <a:xfrm>
            <a:off x="658440" y="3429000"/>
            <a:ext cx="4370400" cy="114264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80" name=""/>
          <p:cNvSpPr/>
          <p:nvPr/>
        </p:nvSpPr>
        <p:spPr>
          <a:xfrm>
            <a:off x="679320" y="3594960"/>
            <a:ext cx="4349520" cy="13381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624"/>
              </a:spcBef>
              <a:spcAft>
                <a:spcPts val="425"/>
              </a:spcAft>
            </a:pPr>
            <a:r>
              <a:rPr b="1" lang="en-US" sz="1200" strike="noStrike" u="none">
                <a:solidFill>
                  <a:srgbClr val="000000"/>
                </a:solidFill>
                <a:effectLst/>
                <a:uFillTx/>
                <a:latin typeface="Arial"/>
              </a:rPr>
              <a:t>2. Retrieval Upgrade</a:t>
            </a:r>
            <a:endParaRPr b="0" lang="en-US" sz="1200" strike="noStrike" u="none">
              <a:solidFill>
                <a:srgbClr val="000000"/>
              </a:solidFill>
              <a:effectLst/>
              <a:uFillTx/>
              <a:latin typeface="Arial"/>
            </a:endParaRPr>
          </a:p>
          <a:p>
            <a:pPr>
              <a:lnSpc>
                <a:spcPct val="100000"/>
              </a:lnSpc>
              <a:spcBef>
                <a:spcPts val="624"/>
              </a:spcBef>
              <a:spcAft>
                <a:spcPts val="425"/>
              </a:spcAft>
            </a:pPr>
            <a:r>
              <a:rPr b="0" lang="en-US" sz="1000" strike="noStrike" u="none">
                <a:solidFill>
                  <a:srgbClr val="000000"/>
                </a:solidFill>
                <a:effectLst/>
                <a:uFillTx/>
                <a:latin typeface="Arial"/>
              </a:rPr>
              <a:t>Vector/embedding-based semantic search (currently Cypher-only retrieval)</a:t>
            </a:r>
            <a:endParaRPr b="0" lang="en-US" sz="1000" strike="noStrike" u="none">
              <a:solidFill>
                <a:srgbClr val="000000"/>
              </a:solidFill>
              <a:effectLst/>
              <a:uFillTx/>
              <a:latin typeface="Arial"/>
            </a:endParaRPr>
          </a:p>
          <a:p>
            <a:pPr>
              <a:lnSpc>
                <a:spcPct val="100000"/>
              </a:lnSpc>
              <a:spcBef>
                <a:spcPts val="624"/>
              </a:spcBef>
              <a:spcAft>
                <a:spcPts val="425"/>
              </a:spcAft>
            </a:pPr>
            <a:r>
              <a:rPr b="0" lang="en-US" sz="1000" strike="noStrike" u="none">
                <a:solidFill>
                  <a:srgbClr val="000000"/>
                </a:solidFill>
                <a:effectLst/>
                <a:uFillTx/>
                <a:latin typeface="Arial"/>
              </a:rPr>
              <a:t>Hybrid retriever merging structured + semantic results</a:t>
            </a:r>
            <a:endParaRPr b="0" lang="en-US" sz="10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p:txBody>
      </p:sp>
      <p:sp>
        <p:nvSpPr>
          <p:cNvPr id="81" name=""/>
          <p:cNvSpPr/>
          <p:nvPr/>
        </p:nvSpPr>
        <p:spPr>
          <a:xfrm>
            <a:off x="679320" y="4933440"/>
            <a:ext cx="4349520" cy="123840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82" name=""/>
          <p:cNvSpPr/>
          <p:nvPr/>
        </p:nvSpPr>
        <p:spPr>
          <a:xfrm>
            <a:off x="679320" y="5029200"/>
            <a:ext cx="4753800" cy="10065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624"/>
              </a:spcBef>
              <a:spcAft>
                <a:spcPts val="425"/>
              </a:spcAft>
            </a:pPr>
            <a:r>
              <a:rPr b="1" lang="en-US" sz="1200" strike="noStrike" u="none">
                <a:solidFill>
                  <a:srgbClr val="000000"/>
                </a:solidFill>
                <a:effectLst/>
                <a:uFillTx/>
                <a:latin typeface="Arial"/>
              </a:rPr>
              <a:t>3. Automation</a:t>
            </a:r>
            <a:endParaRPr b="0" lang="en-US" sz="1200" strike="noStrike" u="none">
              <a:solidFill>
                <a:srgbClr val="000000"/>
              </a:solidFill>
              <a:effectLst/>
              <a:uFillTx/>
              <a:latin typeface="Arial"/>
            </a:endParaRPr>
          </a:p>
          <a:p>
            <a:pPr>
              <a:lnSpc>
                <a:spcPct val="100000"/>
              </a:lnSpc>
              <a:spcBef>
                <a:spcPts val="624"/>
              </a:spcBef>
              <a:spcAft>
                <a:spcPts val="425"/>
              </a:spcAft>
            </a:pPr>
            <a:r>
              <a:rPr b="0" lang="en-US" sz="1000" strike="noStrike" u="none">
                <a:solidFill>
                  <a:srgbClr val="000000"/>
                </a:solidFill>
                <a:effectLst/>
                <a:uFillTx/>
                <a:latin typeface="Arial"/>
              </a:rPr>
              <a:t>Celery + Redis scheduler for automatic, periodic data ingestion </a:t>
            </a:r>
            <a:endParaRPr b="0" lang="en-US" sz="1000" strike="noStrike" u="none">
              <a:solidFill>
                <a:srgbClr val="000000"/>
              </a:solidFill>
              <a:effectLst/>
              <a:uFillTx/>
              <a:latin typeface="Arial"/>
            </a:endParaRPr>
          </a:p>
          <a:p>
            <a:pPr>
              <a:lnSpc>
                <a:spcPct val="100000"/>
              </a:lnSpc>
              <a:spcBef>
                <a:spcPts val="624"/>
              </a:spcBef>
              <a:spcAft>
                <a:spcPts val="425"/>
              </a:spcAft>
            </a:pPr>
            <a:r>
              <a:rPr b="0" lang="en-US" sz="1000" strike="noStrike" u="none">
                <a:solidFill>
                  <a:srgbClr val="000000"/>
                </a:solidFill>
                <a:effectLst/>
                <a:uFillTx/>
                <a:latin typeface="Arial"/>
              </a:rPr>
              <a:t>(currently manual)</a:t>
            </a:r>
            <a:endParaRPr b="0" lang="en-US" sz="1000" strike="noStrike" u="none">
              <a:solidFill>
                <a:srgbClr val="000000"/>
              </a:solidFill>
              <a:effectLst/>
              <a:uFillTx/>
              <a:latin typeface="Arial"/>
            </a:endParaRPr>
          </a:p>
          <a:p>
            <a:pPr>
              <a:lnSpc>
                <a:spcPct val="100000"/>
              </a:lnSpc>
              <a:spcBef>
                <a:spcPts val="624"/>
              </a:spcBef>
              <a:spcAft>
                <a:spcPts val="425"/>
              </a:spcAft>
            </a:pPr>
            <a:endParaRPr b="0" lang="en-US" sz="1000" strike="noStrike" u="none">
              <a:solidFill>
                <a:srgbClr val="000000"/>
              </a:solidFill>
              <a:effectLst/>
              <a:uFillTx/>
              <a:latin typeface="Arial"/>
            </a:endParaRPr>
          </a:p>
        </p:txBody>
      </p:sp>
      <p:sp>
        <p:nvSpPr>
          <p:cNvPr id="83" name=""/>
          <p:cNvSpPr/>
          <p:nvPr/>
        </p:nvSpPr>
        <p:spPr>
          <a:xfrm>
            <a:off x="7315200" y="1371600"/>
            <a:ext cx="4114440" cy="159984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1" lang="en-US" sz="1800" strike="noStrike" u="none">
              <a:solidFill>
                <a:srgbClr val="000000"/>
              </a:solidFill>
              <a:effectLst/>
              <a:uFillTx/>
              <a:latin typeface="Arial"/>
              <a:ea typeface="DejaVu Sans"/>
            </a:endParaRPr>
          </a:p>
        </p:txBody>
      </p:sp>
      <p:sp>
        <p:nvSpPr>
          <p:cNvPr id="84" name=""/>
          <p:cNvSpPr/>
          <p:nvPr/>
        </p:nvSpPr>
        <p:spPr>
          <a:xfrm>
            <a:off x="7315200" y="1418400"/>
            <a:ext cx="8772120" cy="126144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340"/>
              </a:spcBef>
              <a:spcAft>
                <a:spcPts val="142"/>
              </a:spcAft>
            </a:pPr>
            <a:r>
              <a:rPr b="1" lang="en-US" sz="1200" strike="noStrike" u="none">
                <a:solidFill>
                  <a:srgbClr val="000000"/>
                </a:solidFill>
                <a:effectLst/>
                <a:uFillTx/>
                <a:latin typeface="Arial"/>
              </a:rPr>
              <a:t>4. Remaining Intelligence Modules</a:t>
            </a:r>
            <a:endParaRPr b="0" lang="en-US" sz="1200" strike="noStrike" u="none">
              <a:solidFill>
                <a:srgbClr val="000000"/>
              </a:solidFill>
              <a:effectLst/>
              <a:uFillTx/>
              <a:latin typeface="Arial"/>
            </a:endParaRPr>
          </a:p>
          <a:p>
            <a:pPr>
              <a:lnSpc>
                <a:spcPct val="100000"/>
              </a:lnSpc>
              <a:spcBef>
                <a:spcPts val="340"/>
              </a:spcBef>
              <a:spcAft>
                <a:spcPts val="142"/>
              </a:spcAft>
            </a:pPr>
            <a:endParaRPr b="0" lang="en-US" sz="1200" strike="noStrike" u="none">
              <a:solidFill>
                <a:srgbClr val="000000"/>
              </a:solidFill>
              <a:effectLst/>
              <a:uFillTx/>
              <a:latin typeface="Arial"/>
            </a:endParaRPr>
          </a:p>
          <a:p>
            <a:pPr>
              <a:lnSpc>
                <a:spcPct val="100000"/>
              </a:lnSpc>
              <a:spcBef>
                <a:spcPts val="340"/>
              </a:spcBef>
              <a:spcAft>
                <a:spcPts val="142"/>
              </a:spcAft>
            </a:pPr>
            <a:r>
              <a:rPr b="0" lang="en-US" sz="1000" strike="noStrike" u="none">
                <a:solidFill>
                  <a:srgbClr val="000000"/>
                </a:solidFill>
                <a:effectLst/>
                <a:uFillTx/>
                <a:latin typeface="Arial"/>
                <a:ea typeface="Noto Sans CJK SC"/>
              </a:rPr>
              <a:t>Attack path analysis, IOC correlation, threat hunting, risk scoring, </a:t>
            </a:r>
            <a:endParaRPr b="0" lang="en-US" sz="1000" strike="noStrike" u="none">
              <a:solidFill>
                <a:srgbClr val="000000"/>
              </a:solidFill>
              <a:effectLst/>
              <a:uFillTx/>
              <a:latin typeface="Arial"/>
            </a:endParaRPr>
          </a:p>
          <a:p>
            <a:pPr>
              <a:lnSpc>
                <a:spcPct val="100000"/>
              </a:lnSpc>
              <a:spcBef>
                <a:spcPts val="340"/>
              </a:spcBef>
              <a:spcAft>
                <a:spcPts val="142"/>
              </a:spcAft>
            </a:pPr>
            <a:r>
              <a:rPr b="0" lang="en-US" sz="1000" strike="noStrike" u="none">
                <a:solidFill>
                  <a:srgbClr val="000000"/>
                </a:solidFill>
                <a:effectLst/>
                <a:uFillTx/>
                <a:latin typeface="Arial"/>
                <a:ea typeface="Noto Sans CJK SC"/>
              </a:rPr>
              <a:t>incident response assistant, executive dashboard </a:t>
            </a:r>
            <a:endParaRPr b="0" lang="en-US" sz="1000" strike="noStrike" u="none">
              <a:solidFill>
                <a:srgbClr val="000000"/>
              </a:solidFill>
              <a:effectLst/>
              <a:uFillTx/>
              <a:latin typeface="Arial"/>
            </a:endParaRPr>
          </a:p>
          <a:p>
            <a:pPr>
              <a:lnSpc>
                <a:spcPct val="100000"/>
              </a:lnSpc>
              <a:spcBef>
                <a:spcPts val="340"/>
              </a:spcBef>
              <a:spcAft>
                <a:spcPts val="142"/>
              </a:spcAft>
            </a:pPr>
            <a:r>
              <a:rPr b="0" lang="en-US" sz="1000" strike="noStrike" u="none">
                <a:solidFill>
                  <a:srgbClr val="000000"/>
                </a:solidFill>
                <a:effectLst/>
                <a:uFillTx/>
                <a:latin typeface="Arial"/>
                <a:ea typeface="Noto Sans CJK SC"/>
              </a:rPr>
              <a:t>(Modules 3–10 from the original spec)</a:t>
            </a:r>
            <a:endParaRPr b="0" lang="en-US" sz="1000" strike="noStrike" u="none">
              <a:solidFill>
                <a:srgbClr val="000000"/>
              </a:solidFill>
              <a:effectLst/>
              <a:uFillTx/>
              <a:latin typeface="Arial"/>
            </a:endParaRPr>
          </a:p>
          <a:p>
            <a:pPr>
              <a:lnSpc>
                <a:spcPct val="100000"/>
              </a:lnSpc>
              <a:spcBef>
                <a:spcPts val="340"/>
              </a:spcBef>
              <a:spcAft>
                <a:spcPts val="142"/>
              </a:spcAft>
            </a:pPr>
            <a:endParaRPr b="0" lang="en-US" sz="1000" strike="noStrike" u="none">
              <a:solidFill>
                <a:srgbClr val="000000"/>
              </a:solidFill>
              <a:effectLst/>
              <a:uFillTx/>
              <a:latin typeface="Arial"/>
            </a:endParaRPr>
          </a:p>
        </p:txBody>
      </p:sp>
      <p:sp>
        <p:nvSpPr>
          <p:cNvPr id="85" name=""/>
          <p:cNvSpPr/>
          <p:nvPr/>
        </p:nvSpPr>
        <p:spPr>
          <a:xfrm>
            <a:off x="7315200" y="3657600"/>
            <a:ext cx="4114440" cy="251424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86" name=""/>
          <p:cNvSpPr/>
          <p:nvPr/>
        </p:nvSpPr>
        <p:spPr>
          <a:xfrm>
            <a:off x="7358760" y="3886200"/>
            <a:ext cx="3842280" cy="17571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624"/>
              </a:spcBef>
              <a:spcAft>
                <a:spcPts val="425"/>
              </a:spcAft>
            </a:pPr>
            <a:r>
              <a:rPr b="1" lang="en-US" sz="1200" strike="noStrike" u="none">
                <a:solidFill>
                  <a:srgbClr val="000000"/>
                </a:solidFill>
                <a:effectLst/>
                <a:uFillTx/>
                <a:latin typeface="Arial"/>
              </a:rPr>
              <a:t>5. New Feature — Proactive Asset Monitoring</a:t>
            </a:r>
            <a:endParaRPr b="0" lang="en-US" sz="1200" strike="noStrike" u="none">
              <a:solidFill>
                <a:srgbClr val="000000"/>
              </a:solidFill>
              <a:effectLst/>
              <a:uFillTx/>
              <a:latin typeface="Arial"/>
            </a:endParaRPr>
          </a:p>
          <a:p>
            <a:pPr>
              <a:lnSpc>
                <a:spcPct val="100000"/>
              </a:lnSpc>
              <a:spcBef>
                <a:spcPts val="624"/>
              </a:spcBef>
              <a:spcAft>
                <a:spcPts val="425"/>
              </a:spcAft>
            </a:pPr>
            <a:endParaRPr b="0" lang="en-US" sz="1200" strike="noStrike" u="none">
              <a:solidFill>
                <a:srgbClr val="000000"/>
              </a:solidFill>
              <a:effectLst/>
              <a:uFillTx/>
              <a:latin typeface="Arial"/>
            </a:endParaRPr>
          </a:p>
          <a:p>
            <a:pPr>
              <a:lnSpc>
                <a:spcPct val="100000"/>
              </a:lnSpc>
              <a:spcBef>
                <a:spcPts val="624"/>
              </a:spcBef>
              <a:spcAft>
                <a:spcPts val="425"/>
              </a:spcAft>
            </a:pPr>
            <a:r>
              <a:rPr b="0" lang="en-US" sz="1000" strike="noStrike" u="none">
                <a:solidFill>
                  <a:srgbClr val="000000"/>
                </a:solidFill>
                <a:effectLst/>
                <a:uFillTx/>
                <a:latin typeface="Arial"/>
                <a:ea typeface="Noto Sans CJK SC"/>
              </a:rPr>
              <a:t>Let analysts register their organization's specific software</a:t>
            </a:r>
            <a:endParaRPr b="0" lang="en-US" sz="1000" strike="noStrike" u="none">
              <a:solidFill>
                <a:srgbClr val="000000"/>
              </a:solidFill>
              <a:effectLst/>
              <a:uFillTx/>
              <a:latin typeface="Arial"/>
            </a:endParaRPr>
          </a:p>
          <a:p>
            <a:pPr>
              <a:lnSpc>
                <a:spcPct val="100000"/>
              </a:lnSpc>
              <a:spcBef>
                <a:spcPts val="624"/>
              </a:spcBef>
              <a:spcAft>
                <a:spcPts val="425"/>
              </a:spcAft>
            </a:pPr>
            <a:r>
              <a:rPr b="0" lang="en-US" sz="1000" strike="noStrike" u="none">
                <a:solidFill>
                  <a:srgbClr val="000000"/>
                </a:solidFill>
                <a:effectLst/>
                <a:uFillTx/>
                <a:latin typeface="Arial"/>
                <a:ea typeface="Noto Sans CJK SC"/>
              </a:rPr>
              <a:t>Auto-alert when a new CVE/threat affects it, with priority scoring and a "how to fix" explanation</a:t>
            </a:r>
            <a:endParaRPr b="0" lang="en-US" sz="1000" strike="noStrike" u="none">
              <a:solidFill>
                <a:srgbClr val="000000"/>
              </a:solidFill>
              <a:effectLst/>
              <a:uFillTx/>
              <a:latin typeface="Arial"/>
            </a:endParaRPr>
          </a:p>
          <a:p>
            <a:pPr>
              <a:lnSpc>
                <a:spcPct val="100000"/>
              </a:lnSpc>
              <a:spcBef>
                <a:spcPts val="624"/>
              </a:spcBef>
              <a:spcAft>
                <a:spcPts val="425"/>
              </a:spcAft>
            </a:pPr>
            <a:r>
              <a:rPr b="0" lang="en-US" sz="1000" strike="noStrike" u="none">
                <a:solidFill>
                  <a:srgbClr val="000000"/>
                </a:solidFill>
                <a:effectLst/>
                <a:uFillTx/>
                <a:latin typeface="Arial"/>
                <a:ea typeface="Noto Sans CJK SC"/>
              </a:rPr>
              <a:t>Offline LLM fallback (Ollama) for air-gapped operation</a:t>
            </a:r>
            <a:endParaRPr b="0" lang="en-US" sz="1000" strike="noStrike" u="none">
              <a:solidFill>
                <a:srgbClr val="000000"/>
              </a:solidFill>
              <a:effectLst/>
              <a:uFillTx/>
              <a:latin typeface="Arial"/>
            </a:endParaRPr>
          </a:p>
          <a:p>
            <a:pPr>
              <a:lnSpc>
                <a:spcPct val="100000"/>
              </a:lnSpc>
              <a:spcBef>
                <a:spcPts val="624"/>
              </a:spcBef>
              <a:spcAft>
                <a:spcPts val="425"/>
              </a:spcAft>
            </a:pP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2216160" y="304200"/>
            <a:ext cx="6774840" cy="619200"/>
          </a:xfrm>
          <a:prstGeom prst="rect">
            <a:avLst/>
          </a:prstGeom>
          <a:noFill/>
          <a:ln w="0">
            <a:noFill/>
          </a:ln>
        </p:spPr>
        <p:txBody>
          <a:bodyPr lIns="0" rIns="0" tIns="16560" bIns="0" anchor="t">
            <a:spAutoFit/>
          </a:bodyPr>
          <a:p>
            <a:pPr marL="2104560" indent="0">
              <a:lnSpc>
                <a:spcPct val="100000"/>
              </a:lnSpc>
              <a:spcBef>
                <a:spcPts val="130"/>
              </a:spcBef>
              <a:buNone/>
              <a:tabLst>
                <a:tab algn="l" pos="0"/>
              </a:tabLst>
            </a:pPr>
            <a:r>
              <a:rPr b="1" lang="en-US" sz="3950" spc="-11" strike="noStrike" u="none">
                <a:solidFill>
                  <a:srgbClr val="00afef"/>
                </a:solidFill>
                <a:effectLst/>
                <a:uFillTx/>
                <a:latin typeface="Cambria"/>
              </a:rPr>
              <a:t>References</a:t>
            </a:r>
            <a:endParaRPr b="0" lang="en-US" sz="3950" strike="noStrike" u="none">
              <a:solidFill>
                <a:srgbClr val="000000"/>
              </a:solidFill>
              <a:effectLst/>
              <a:uFillTx/>
              <a:latin typeface="Arial"/>
            </a:endParaRPr>
          </a:p>
        </p:txBody>
      </p:sp>
      <p:sp>
        <p:nvSpPr>
          <p:cNvPr id="88" name="object 3"/>
          <p:cNvSpPr/>
          <p:nvPr/>
        </p:nvSpPr>
        <p:spPr>
          <a:xfrm>
            <a:off x="6219720" y="2072520"/>
            <a:ext cx="3295080" cy="8640"/>
          </a:xfrm>
          <a:custGeom>
            <a:avLst/>
            <a:gdLst>
              <a:gd name="textAreaLeft" fmla="*/ 0 w 3295080"/>
              <a:gd name="textAreaRight" fmla="*/ 3295800 w 3295080"/>
              <a:gd name="textAreaTop" fmla="*/ 0 h 8640"/>
              <a:gd name="textAreaBottom" fmla="*/ 9360 h 8640"/>
            </a:gdLst>
            <a:ahLst/>
            <a:cxnLst/>
            <a:rect l="textAreaLeft" t="textAreaTop" r="textAreaRight" b="textAreaBottom"/>
            <a:pathLst>
              <a:path w="3295650" h="9525">
                <a:moveTo>
                  <a:pt x="3295650" y="0"/>
                </a:moveTo>
                <a:lnTo>
                  <a:pt x="0" y="0"/>
                </a:lnTo>
                <a:lnTo>
                  <a:pt x="0" y="9525"/>
                </a:lnTo>
                <a:lnTo>
                  <a:pt x="3295650" y="9525"/>
                </a:lnTo>
                <a:lnTo>
                  <a:pt x="3295650" y="0"/>
                </a:lnTo>
                <a:close/>
              </a:path>
            </a:pathLst>
          </a:custGeom>
          <a:solidFill>
            <a:srgbClr val="467885"/>
          </a:solidFill>
          <a:ln w="0">
            <a:noFill/>
          </a:ln>
        </p:spPr>
        <p:style>
          <a:lnRef idx="0"/>
          <a:fillRef idx="0"/>
          <a:effectRef idx="0"/>
          <a:fontRef idx="minor"/>
        </p:style>
        <p:txBody>
          <a:bodyPr lIns="0" rIns="0" tIns="0" bIns="0" anchor="t">
            <a:noAutofit/>
          </a:bodyPr>
          <a:p>
            <a:pPr>
              <a:lnSpc>
                <a:spcPct val="100000"/>
              </a:lnSpc>
            </a:pPr>
            <a:endParaRPr b="0" lang="en-US" sz="1800" strike="noStrike" u="none">
              <a:solidFill>
                <a:srgbClr val="ffffff"/>
              </a:solidFill>
              <a:effectLst/>
              <a:uFillTx/>
              <a:latin typeface="Arial"/>
              <a:ea typeface="DejaVu Sans"/>
            </a:endParaRPr>
          </a:p>
        </p:txBody>
      </p:sp>
      <p:sp>
        <p:nvSpPr>
          <p:cNvPr id="89" name="object 4"/>
          <p:cNvSpPr/>
          <p:nvPr/>
        </p:nvSpPr>
        <p:spPr>
          <a:xfrm>
            <a:off x="7105680" y="2834280"/>
            <a:ext cx="2770920" cy="8640"/>
          </a:xfrm>
          <a:custGeom>
            <a:avLst/>
            <a:gdLst>
              <a:gd name="textAreaLeft" fmla="*/ 0 w 2770920"/>
              <a:gd name="textAreaRight" fmla="*/ 2771640 w 2770920"/>
              <a:gd name="textAreaTop" fmla="*/ 0 h 8640"/>
              <a:gd name="textAreaBottom" fmla="*/ 9360 h 8640"/>
            </a:gdLst>
            <a:ahLst/>
            <a:cxnLst/>
            <a:rect l="textAreaLeft" t="textAreaTop" r="textAreaRight" b="textAreaBottom"/>
            <a:pathLst>
              <a:path w="2771775" h="9525">
                <a:moveTo>
                  <a:pt x="2771775" y="0"/>
                </a:moveTo>
                <a:lnTo>
                  <a:pt x="0" y="0"/>
                </a:lnTo>
                <a:lnTo>
                  <a:pt x="0" y="9525"/>
                </a:lnTo>
                <a:lnTo>
                  <a:pt x="2771775" y="9525"/>
                </a:lnTo>
                <a:lnTo>
                  <a:pt x="2771775" y="0"/>
                </a:lnTo>
                <a:close/>
              </a:path>
            </a:pathLst>
          </a:custGeom>
          <a:solidFill>
            <a:srgbClr val="467885"/>
          </a:solidFill>
          <a:ln w="0">
            <a:noFill/>
          </a:ln>
        </p:spPr>
        <p:style>
          <a:lnRef idx="0"/>
          <a:fillRef idx="0"/>
          <a:effectRef idx="0"/>
          <a:fontRef idx="minor"/>
        </p:style>
        <p:txBody>
          <a:bodyPr lIns="0" rIns="0" tIns="0" bIns="0" anchor="t">
            <a:noAutofit/>
          </a:bodyPr>
          <a:p>
            <a:pPr>
              <a:lnSpc>
                <a:spcPct val="100000"/>
              </a:lnSpc>
            </a:pPr>
            <a:endParaRPr b="0" lang="en-US" sz="1800" strike="noStrike" u="none">
              <a:solidFill>
                <a:srgbClr val="ffffff"/>
              </a:solidFill>
              <a:effectLst/>
              <a:uFillTx/>
              <a:latin typeface="Arial"/>
              <a:ea typeface="DejaVu Sans"/>
            </a:endParaRPr>
          </a:p>
        </p:txBody>
      </p:sp>
      <p:sp>
        <p:nvSpPr>
          <p:cNvPr id="90" name="object 5"/>
          <p:cNvSpPr/>
          <p:nvPr/>
        </p:nvSpPr>
        <p:spPr>
          <a:xfrm>
            <a:off x="666720" y="3910680"/>
            <a:ext cx="8771760" cy="8640"/>
          </a:xfrm>
          <a:custGeom>
            <a:avLst/>
            <a:gdLst>
              <a:gd name="textAreaLeft" fmla="*/ 0 w 8771760"/>
              <a:gd name="textAreaRight" fmla="*/ 8772480 w 8771760"/>
              <a:gd name="textAreaTop" fmla="*/ 0 h 8640"/>
              <a:gd name="textAreaBottom" fmla="*/ 9360 h 8640"/>
            </a:gdLst>
            <a:ahLst/>
            <a:cxnLst/>
            <a:rect l="textAreaLeft" t="textAreaTop" r="textAreaRight" b="textAreaBottom"/>
            <a:pathLst>
              <a:path w="8772525" h="9525">
                <a:moveTo>
                  <a:pt x="8772525" y="0"/>
                </a:moveTo>
                <a:lnTo>
                  <a:pt x="0" y="0"/>
                </a:lnTo>
                <a:lnTo>
                  <a:pt x="0" y="9525"/>
                </a:lnTo>
                <a:lnTo>
                  <a:pt x="8772525" y="9525"/>
                </a:lnTo>
                <a:lnTo>
                  <a:pt x="8772525" y="0"/>
                </a:lnTo>
                <a:close/>
              </a:path>
            </a:pathLst>
          </a:custGeom>
          <a:solidFill>
            <a:srgbClr val="467885"/>
          </a:solidFill>
          <a:ln w="0">
            <a:noFill/>
          </a:ln>
        </p:spPr>
        <p:style>
          <a:lnRef idx="0"/>
          <a:fillRef idx="0"/>
          <a:effectRef idx="0"/>
          <a:fontRef idx="minor"/>
        </p:style>
        <p:txBody>
          <a:bodyPr lIns="0" rIns="0" tIns="0" bIns="0" anchor="t">
            <a:noAutofit/>
          </a:bodyPr>
          <a:p>
            <a:pPr>
              <a:lnSpc>
                <a:spcPct val="100000"/>
              </a:lnSpc>
            </a:pPr>
            <a:endParaRPr b="0" lang="en-US" sz="1800" strike="noStrike" u="none">
              <a:solidFill>
                <a:srgbClr val="ffffff"/>
              </a:solidFill>
              <a:effectLst/>
              <a:uFillTx/>
              <a:latin typeface="Arial"/>
              <a:ea typeface="DejaVu Sans"/>
            </a:endParaRPr>
          </a:p>
        </p:txBody>
      </p:sp>
      <p:sp>
        <p:nvSpPr>
          <p:cNvPr id="91" name="object 6"/>
          <p:cNvSpPr/>
          <p:nvPr/>
        </p:nvSpPr>
        <p:spPr>
          <a:xfrm>
            <a:off x="666720" y="4987080"/>
            <a:ext cx="4257000" cy="8640"/>
          </a:xfrm>
          <a:custGeom>
            <a:avLst/>
            <a:gdLst>
              <a:gd name="textAreaLeft" fmla="*/ 0 w 4257000"/>
              <a:gd name="textAreaRight" fmla="*/ 4257720 w 4257000"/>
              <a:gd name="textAreaTop" fmla="*/ 0 h 8640"/>
              <a:gd name="textAreaBottom" fmla="*/ 9360 h 8640"/>
            </a:gdLst>
            <a:ahLst/>
            <a:cxnLst/>
            <a:rect l="textAreaLeft" t="textAreaTop" r="textAreaRight" b="textAreaBottom"/>
            <a:pathLst>
              <a:path w="4257675" h="9525">
                <a:moveTo>
                  <a:pt x="4257675" y="0"/>
                </a:moveTo>
                <a:lnTo>
                  <a:pt x="0" y="0"/>
                </a:lnTo>
                <a:lnTo>
                  <a:pt x="0" y="9525"/>
                </a:lnTo>
                <a:lnTo>
                  <a:pt x="4257675" y="9525"/>
                </a:lnTo>
                <a:lnTo>
                  <a:pt x="4257675" y="0"/>
                </a:lnTo>
                <a:close/>
              </a:path>
            </a:pathLst>
          </a:custGeom>
          <a:solidFill>
            <a:srgbClr val="467885"/>
          </a:solidFill>
          <a:ln w="0">
            <a:noFill/>
          </a:ln>
        </p:spPr>
        <p:style>
          <a:lnRef idx="0"/>
          <a:fillRef idx="0"/>
          <a:effectRef idx="0"/>
          <a:fontRef idx="minor"/>
        </p:style>
        <p:txBody>
          <a:bodyPr lIns="0" rIns="0" tIns="0" bIns="0" anchor="t">
            <a:noAutofit/>
          </a:bodyPr>
          <a:p>
            <a:pPr>
              <a:lnSpc>
                <a:spcPct val="100000"/>
              </a:lnSpc>
            </a:pPr>
            <a:endParaRPr b="0" lang="en-US" sz="1800" strike="noStrike" u="none">
              <a:solidFill>
                <a:srgbClr val="ffffff"/>
              </a:solidFill>
              <a:effectLst/>
              <a:uFillTx/>
              <a:latin typeface="Arial"/>
              <a:ea typeface="DejaVu Sans"/>
            </a:endParaRPr>
          </a:p>
        </p:txBody>
      </p:sp>
      <p:sp>
        <p:nvSpPr>
          <p:cNvPr id="92" name="PlaceHolder 2"/>
          <p:cNvSpPr>
            <a:spLocks noGrp="1"/>
          </p:cNvSpPr>
          <p:nvPr>
            <p:ph/>
          </p:nvPr>
        </p:nvSpPr>
        <p:spPr>
          <a:xfrm>
            <a:off x="425880" y="1395000"/>
            <a:ext cx="11185920" cy="4556160"/>
          </a:xfrm>
          <a:prstGeom prst="rect">
            <a:avLst/>
          </a:prstGeom>
          <a:noFill/>
          <a:ln w="0">
            <a:noFill/>
          </a:ln>
        </p:spPr>
        <p:txBody>
          <a:bodyPr lIns="0" rIns="0" tIns="97920" bIns="0" anchor="t">
            <a:spAutoFit/>
          </a:bodyPr>
          <a:p>
            <a:pPr marL="241200" indent="-228600">
              <a:lnSpc>
                <a:spcPct val="79000"/>
              </a:lnSpc>
              <a:spcBef>
                <a:spcPts val="771"/>
              </a:spcBef>
              <a:buClr>
                <a:srgbClr val="000000"/>
              </a:buClr>
              <a:buFont typeface="Arial MT"/>
              <a:buChar char="•"/>
              <a:tabLst>
                <a:tab algn="l" pos="241200"/>
              </a:tabLst>
            </a:pPr>
            <a:r>
              <a:rPr b="0" lang="en-US" sz="2600" strike="noStrike" u="none">
                <a:solidFill>
                  <a:schemeClr val="dk1"/>
                </a:solidFill>
                <a:effectLst/>
                <a:uFillTx/>
                <a:latin typeface="Trebuchet MS"/>
              </a:rPr>
              <a:t>MITRE</a:t>
            </a:r>
            <a:r>
              <a:rPr b="0" lang="en-US" sz="2600" spc="-264" strike="noStrike" u="none">
                <a:solidFill>
                  <a:schemeClr val="dk1"/>
                </a:solidFill>
                <a:effectLst/>
                <a:uFillTx/>
                <a:latin typeface="Trebuchet MS"/>
              </a:rPr>
              <a:t> </a:t>
            </a:r>
            <a:r>
              <a:rPr b="0" lang="en-US" sz="2600" spc="-54" strike="noStrike" u="none">
                <a:solidFill>
                  <a:schemeClr val="dk1"/>
                </a:solidFill>
                <a:effectLst/>
                <a:uFillTx/>
                <a:latin typeface="Trebuchet MS"/>
              </a:rPr>
              <a:t>Corporation.</a:t>
            </a:r>
            <a:r>
              <a:rPr b="0" lang="en-US" sz="2600" spc="-210" strike="noStrike" u="none">
                <a:solidFill>
                  <a:schemeClr val="dk1"/>
                </a:solidFill>
                <a:effectLst/>
                <a:uFillTx/>
                <a:latin typeface="Trebuchet MS"/>
              </a:rPr>
              <a:t> </a:t>
            </a:r>
            <a:r>
              <a:rPr b="0" lang="en-US" sz="2600" spc="-71" strike="noStrike" u="none">
                <a:solidFill>
                  <a:schemeClr val="dk1"/>
                </a:solidFill>
                <a:effectLst/>
                <a:uFillTx/>
                <a:latin typeface="Trebuchet MS"/>
              </a:rPr>
              <a:t>(2024).</a:t>
            </a:r>
            <a:r>
              <a:rPr b="0" lang="en-US" sz="2600" spc="-269" strike="noStrike" u="none">
                <a:solidFill>
                  <a:schemeClr val="dk1"/>
                </a:solidFill>
                <a:effectLst/>
                <a:uFillTx/>
                <a:latin typeface="Trebuchet MS"/>
              </a:rPr>
              <a:t> </a:t>
            </a:r>
            <a:r>
              <a:rPr b="0" i="1" lang="en-US" sz="2600" spc="-34" strike="noStrike" u="none">
                <a:solidFill>
                  <a:schemeClr val="dk1"/>
                </a:solidFill>
                <a:effectLst/>
                <a:uFillTx/>
                <a:latin typeface="Trebuchet MS"/>
              </a:rPr>
              <a:t>MITRE</a:t>
            </a:r>
            <a:r>
              <a:rPr b="0" i="1" lang="en-US" sz="2600" spc="-249" strike="noStrike" u="none">
                <a:solidFill>
                  <a:schemeClr val="dk1"/>
                </a:solidFill>
                <a:effectLst/>
                <a:uFillTx/>
                <a:latin typeface="Trebuchet MS"/>
              </a:rPr>
              <a:t> </a:t>
            </a:r>
            <a:r>
              <a:rPr b="0" i="1" lang="en-US" sz="2600" spc="-201" strike="noStrike" u="none">
                <a:solidFill>
                  <a:schemeClr val="dk1"/>
                </a:solidFill>
                <a:effectLst/>
                <a:uFillTx/>
                <a:latin typeface="Trebuchet MS"/>
              </a:rPr>
              <a:t>ATT&amp;CK®:</a:t>
            </a:r>
            <a:r>
              <a:rPr b="0" i="1" lang="en-US" sz="2600" spc="-215" strike="noStrike" u="none">
                <a:solidFill>
                  <a:schemeClr val="dk1"/>
                </a:solidFill>
                <a:effectLst/>
                <a:uFillTx/>
                <a:latin typeface="Trebuchet MS"/>
              </a:rPr>
              <a:t> </a:t>
            </a:r>
            <a:r>
              <a:rPr b="0" i="1" lang="en-US" sz="2600" spc="-54" strike="noStrike" u="none">
                <a:solidFill>
                  <a:schemeClr val="dk1"/>
                </a:solidFill>
                <a:effectLst/>
                <a:uFillTx/>
                <a:latin typeface="Trebuchet MS"/>
              </a:rPr>
              <a:t>A</a:t>
            </a:r>
            <a:r>
              <a:rPr b="0" i="1" lang="en-US" sz="2600" spc="-269" strike="noStrike" u="none">
                <a:solidFill>
                  <a:schemeClr val="dk1"/>
                </a:solidFill>
                <a:effectLst/>
                <a:uFillTx/>
                <a:latin typeface="Trebuchet MS"/>
              </a:rPr>
              <a:t> </a:t>
            </a:r>
            <a:r>
              <a:rPr b="0" i="1" lang="en-US" sz="2600" spc="-51" strike="noStrike" u="none">
                <a:solidFill>
                  <a:schemeClr val="dk1"/>
                </a:solidFill>
                <a:effectLst/>
                <a:uFillTx/>
                <a:latin typeface="Trebuchet MS"/>
              </a:rPr>
              <a:t>knowledge</a:t>
            </a:r>
            <a:r>
              <a:rPr b="0" i="1" lang="en-US" sz="2600" spc="-249" strike="noStrike" u="none">
                <a:solidFill>
                  <a:schemeClr val="dk1"/>
                </a:solidFill>
                <a:effectLst/>
                <a:uFillTx/>
                <a:latin typeface="Trebuchet MS"/>
              </a:rPr>
              <a:t> </a:t>
            </a:r>
            <a:r>
              <a:rPr b="0" i="1" lang="en-US" sz="2600" spc="51" strike="noStrike" u="none">
                <a:solidFill>
                  <a:schemeClr val="dk1"/>
                </a:solidFill>
                <a:effectLst/>
                <a:uFillTx/>
                <a:latin typeface="Trebuchet MS"/>
              </a:rPr>
              <a:t>base</a:t>
            </a:r>
            <a:r>
              <a:rPr b="0" i="1" lang="en-US" sz="2600" spc="-255" strike="noStrike" u="none">
                <a:solidFill>
                  <a:schemeClr val="dk1"/>
                </a:solidFill>
                <a:effectLst/>
                <a:uFillTx/>
                <a:latin typeface="Trebuchet MS"/>
              </a:rPr>
              <a:t> </a:t>
            </a:r>
            <a:r>
              <a:rPr b="0" i="1" lang="en-US" sz="2600" spc="-145" strike="noStrike" u="none">
                <a:solidFill>
                  <a:schemeClr val="dk1"/>
                </a:solidFill>
                <a:effectLst/>
                <a:uFillTx/>
                <a:latin typeface="Trebuchet MS"/>
              </a:rPr>
              <a:t>of</a:t>
            </a:r>
            <a:r>
              <a:rPr b="0" i="1" lang="en-US" sz="2600" spc="-224" strike="noStrike" u="none">
                <a:solidFill>
                  <a:schemeClr val="dk1"/>
                </a:solidFill>
                <a:effectLst/>
                <a:uFillTx/>
                <a:latin typeface="Trebuchet MS"/>
              </a:rPr>
              <a:t> </a:t>
            </a:r>
            <a:r>
              <a:rPr b="0" i="1" lang="en-US" sz="2600" spc="-11" strike="noStrike" u="none">
                <a:solidFill>
                  <a:schemeClr val="dk1"/>
                </a:solidFill>
                <a:effectLst/>
                <a:uFillTx/>
                <a:latin typeface="Trebuchet MS"/>
              </a:rPr>
              <a:t>adversary </a:t>
            </a:r>
            <a:r>
              <a:rPr b="0" i="1" lang="en-US" sz="2600" spc="-31" strike="noStrike" u="none">
                <a:solidFill>
                  <a:schemeClr val="dk1"/>
                </a:solidFill>
                <a:effectLst/>
                <a:uFillTx/>
                <a:latin typeface="Trebuchet MS"/>
              </a:rPr>
              <a:t>tactics</a:t>
            </a:r>
            <a:r>
              <a:rPr b="0" i="1" lang="en-US" sz="2600" spc="-215" strike="noStrike" u="none">
                <a:solidFill>
                  <a:schemeClr val="dk1"/>
                </a:solidFill>
                <a:effectLst/>
                <a:uFillTx/>
                <a:latin typeface="Trebuchet MS"/>
              </a:rPr>
              <a:t> </a:t>
            </a:r>
            <a:r>
              <a:rPr b="0" i="1" lang="en-US" sz="2600" spc="-11" strike="noStrike" u="none">
                <a:solidFill>
                  <a:schemeClr val="dk1"/>
                </a:solidFill>
                <a:effectLst/>
                <a:uFillTx/>
                <a:latin typeface="Trebuchet MS"/>
              </a:rPr>
              <a:t>and</a:t>
            </a:r>
            <a:r>
              <a:rPr b="0" i="1" lang="en-US" sz="2600" spc="-190" strike="noStrike" u="none">
                <a:solidFill>
                  <a:schemeClr val="dk1"/>
                </a:solidFill>
                <a:effectLst/>
                <a:uFillTx/>
                <a:latin typeface="Trebuchet MS"/>
              </a:rPr>
              <a:t> </a:t>
            </a:r>
            <a:r>
              <a:rPr b="0" i="1" lang="en-US" sz="2600" spc="-51" strike="noStrike" u="none">
                <a:solidFill>
                  <a:schemeClr val="dk1"/>
                </a:solidFill>
                <a:effectLst/>
                <a:uFillTx/>
                <a:latin typeface="Trebuchet MS"/>
              </a:rPr>
              <a:t>techniques</a:t>
            </a:r>
            <a:r>
              <a:rPr b="0" lang="en-US" sz="2600" spc="-51" strike="noStrike" u="none">
                <a:solidFill>
                  <a:schemeClr val="dk1"/>
                </a:solidFill>
                <a:effectLst/>
                <a:uFillTx/>
                <a:latin typeface="Trebuchet MS"/>
              </a:rPr>
              <a:t>.</a:t>
            </a:r>
            <a:r>
              <a:rPr b="0" lang="en-US" sz="2600" spc="-210" strike="noStrike" u="none">
                <a:solidFill>
                  <a:schemeClr val="dk1"/>
                </a:solidFill>
                <a:effectLst/>
                <a:uFillTx/>
                <a:latin typeface="Trebuchet MS"/>
              </a:rPr>
              <a:t> </a:t>
            </a:r>
            <a:r>
              <a:rPr b="0" lang="en-US" sz="2600" spc="-85" strike="noStrike" u="none">
                <a:solidFill>
                  <a:schemeClr val="dk1"/>
                </a:solidFill>
                <a:effectLst/>
                <a:uFillTx/>
                <a:latin typeface="Trebuchet MS"/>
              </a:rPr>
              <a:t>Retrieved</a:t>
            </a:r>
            <a:r>
              <a:rPr b="0" lang="en-US" sz="2600" spc="-181" strike="noStrike" u="none">
                <a:solidFill>
                  <a:schemeClr val="dk1"/>
                </a:solidFill>
                <a:effectLst/>
                <a:uFillTx/>
                <a:latin typeface="Trebuchet MS"/>
              </a:rPr>
              <a:t> </a:t>
            </a:r>
            <a:r>
              <a:rPr b="0" lang="en-US" sz="2600" spc="-74" strike="noStrike" u="none">
                <a:solidFill>
                  <a:schemeClr val="dk1"/>
                </a:solidFill>
                <a:effectLst/>
                <a:uFillTx/>
                <a:latin typeface="Trebuchet MS"/>
              </a:rPr>
              <a:t>from</a:t>
            </a:r>
            <a:r>
              <a:rPr b="0" lang="en-US" sz="2600" spc="-289" strike="noStrike" u="none">
                <a:solidFill>
                  <a:schemeClr val="dk1"/>
                </a:solidFill>
                <a:effectLst/>
                <a:uFillTx/>
                <a:latin typeface="Trebuchet MS"/>
              </a:rPr>
              <a:t> </a:t>
            </a:r>
            <a:r>
              <a:rPr b="0" lang="en-US" sz="2600" spc="-85" strike="noStrike" u="sng">
                <a:solidFill>
                  <a:srgbClr val="467885"/>
                </a:solidFill>
                <a:effectLst/>
                <a:uFillTx/>
                <a:latin typeface="Trebuchet MS"/>
                <a:hlinkClick r:id="rId1"/>
              </a:rPr>
              <a:t>https://attack.mitre.org</a:t>
            </a:r>
            <a:endParaRPr b="0" lang="en-US" sz="2600" strike="noStrike" u="none">
              <a:solidFill>
                <a:srgbClr val="000000"/>
              </a:solidFill>
              <a:effectLst/>
              <a:uFillTx/>
              <a:latin typeface="Arial"/>
            </a:endParaRPr>
          </a:p>
          <a:p>
            <a:pPr marL="241200" indent="-228600">
              <a:lnSpc>
                <a:spcPct val="79000"/>
              </a:lnSpc>
              <a:spcBef>
                <a:spcPts val="1049"/>
              </a:spcBef>
              <a:buClr>
                <a:srgbClr val="000000"/>
              </a:buClr>
              <a:buFont typeface="Arial MT"/>
              <a:buChar char="•"/>
              <a:tabLst>
                <a:tab algn="l" pos="241200"/>
              </a:tabLst>
            </a:pPr>
            <a:r>
              <a:rPr b="0" lang="en-US" sz="2600" spc="-34" strike="noStrike" u="none">
                <a:solidFill>
                  <a:schemeClr val="dk1"/>
                </a:solidFill>
                <a:effectLst/>
                <a:uFillTx/>
                <a:latin typeface="Trebuchet MS"/>
              </a:rPr>
              <a:t>National</a:t>
            </a:r>
            <a:r>
              <a:rPr b="0" lang="en-US" sz="2600" spc="-221" strike="noStrike" u="none">
                <a:solidFill>
                  <a:schemeClr val="dk1"/>
                </a:solidFill>
                <a:effectLst/>
                <a:uFillTx/>
                <a:latin typeface="Trebuchet MS"/>
              </a:rPr>
              <a:t> </a:t>
            </a:r>
            <a:r>
              <a:rPr b="0" lang="en-US" sz="2600" spc="-71" strike="noStrike" u="none">
                <a:solidFill>
                  <a:schemeClr val="dk1"/>
                </a:solidFill>
                <a:effectLst/>
                <a:uFillTx/>
                <a:latin typeface="Trebuchet MS"/>
              </a:rPr>
              <a:t>Institute</a:t>
            </a:r>
            <a:r>
              <a:rPr b="0" lang="en-US" sz="2600" spc="-244" strike="noStrike" u="none">
                <a:solidFill>
                  <a:schemeClr val="dk1"/>
                </a:solidFill>
                <a:effectLst/>
                <a:uFillTx/>
                <a:latin typeface="Trebuchet MS"/>
              </a:rPr>
              <a:t> </a:t>
            </a:r>
            <a:r>
              <a:rPr b="0" lang="en-US" sz="2600" spc="-85" strike="noStrike" u="none">
                <a:solidFill>
                  <a:schemeClr val="dk1"/>
                </a:solidFill>
                <a:effectLst/>
                <a:uFillTx/>
                <a:latin typeface="Trebuchet MS"/>
              </a:rPr>
              <a:t>of</a:t>
            </a:r>
            <a:r>
              <a:rPr b="0" lang="en-US" sz="2600" spc="-164" strike="noStrike" u="none">
                <a:solidFill>
                  <a:schemeClr val="dk1"/>
                </a:solidFill>
                <a:effectLst/>
                <a:uFillTx/>
                <a:latin typeface="Trebuchet MS"/>
              </a:rPr>
              <a:t> </a:t>
            </a:r>
            <a:r>
              <a:rPr b="0" lang="en-US" sz="2600" strike="noStrike" u="none">
                <a:solidFill>
                  <a:schemeClr val="dk1"/>
                </a:solidFill>
                <a:effectLst/>
                <a:uFillTx/>
                <a:latin typeface="Trebuchet MS"/>
              </a:rPr>
              <a:t>Standards</a:t>
            </a:r>
            <a:r>
              <a:rPr b="0" lang="en-US" sz="2600" spc="-210" strike="noStrike" u="none">
                <a:solidFill>
                  <a:schemeClr val="dk1"/>
                </a:solidFill>
                <a:effectLst/>
                <a:uFillTx/>
                <a:latin typeface="Trebuchet MS"/>
              </a:rPr>
              <a:t> </a:t>
            </a:r>
            <a:r>
              <a:rPr b="0" lang="en-US" sz="2600" spc="-11" strike="noStrike" u="none">
                <a:solidFill>
                  <a:schemeClr val="dk1"/>
                </a:solidFill>
                <a:effectLst/>
                <a:uFillTx/>
                <a:latin typeface="Trebuchet MS"/>
              </a:rPr>
              <a:t>and</a:t>
            </a:r>
            <a:r>
              <a:rPr b="0" lang="en-US" sz="2600" spc="-176" strike="noStrike" u="none">
                <a:solidFill>
                  <a:schemeClr val="dk1"/>
                </a:solidFill>
                <a:effectLst/>
                <a:uFillTx/>
                <a:latin typeface="Trebuchet MS"/>
              </a:rPr>
              <a:t> </a:t>
            </a:r>
            <a:r>
              <a:rPr b="0" lang="en-US" sz="2600" spc="-71" strike="noStrike" u="none">
                <a:solidFill>
                  <a:schemeClr val="dk1"/>
                </a:solidFill>
                <a:effectLst/>
                <a:uFillTx/>
                <a:latin typeface="Trebuchet MS"/>
              </a:rPr>
              <a:t>Technology</a:t>
            </a:r>
            <a:r>
              <a:rPr b="0" lang="en-US" sz="2600" spc="-190" strike="noStrike" u="none">
                <a:solidFill>
                  <a:schemeClr val="dk1"/>
                </a:solidFill>
                <a:effectLst/>
                <a:uFillTx/>
                <a:latin typeface="Trebuchet MS"/>
              </a:rPr>
              <a:t> </a:t>
            </a:r>
            <a:r>
              <a:rPr b="0" lang="en-US" sz="2600" spc="-96" strike="noStrike" u="none">
                <a:solidFill>
                  <a:schemeClr val="dk1"/>
                </a:solidFill>
                <a:effectLst/>
                <a:uFillTx/>
                <a:latin typeface="Trebuchet MS"/>
              </a:rPr>
              <a:t>(NIST).</a:t>
            </a:r>
            <a:r>
              <a:rPr b="0" lang="en-US" sz="2600" spc="-204" strike="noStrike" u="none">
                <a:solidFill>
                  <a:schemeClr val="dk1"/>
                </a:solidFill>
                <a:effectLst/>
                <a:uFillTx/>
                <a:latin typeface="Trebuchet MS"/>
              </a:rPr>
              <a:t> </a:t>
            </a:r>
            <a:r>
              <a:rPr b="0" lang="en-US" sz="2600" spc="-79" strike="noStrike" u="none">
                <a:solidFill>
                  <a:schemeClr val="dk1"/>
                </a:solidFill>
                <a:effectLst/>
                <a:uFillTx/>
                <a:latin typeface="Trebuchet MS"/>
              </a:rPr>
              <a:t>(2024).</a:t>
            </a:r>
            <a:r>
              <a:rPr b="0" lang="en-US" sz="2600" spc="-230" strike="noStrike" u="none">
                <a:solidFill>
                  <a:schemeClr val="dk1"/>
                </a:solidFill>
                <a:effectLst/>
                <a:uFillTx/>
                <a:latin typeface="Trebuchet MS"/>
              </a:rPr>
              <a:t> </a:t>
            </a:r>
            <a:r>
              <a:rPr b="0" i="1" lang="en-US" sz="2600" spc="-11" strike="noStrike" u="none">
                <a:solidFill>
                  <a:schemeClr val="dk1"/>
                </a:solidFill>
                <a:effectLst/>
                <a:uFillTx/>
                <a:latin typeface="Trebuchet MS"/>
              </a:rPr>
              <a:t>National </a:t>
            </a:r>
            <a:r>
              <a:rPr b="0" i="1" lang="en-US" sz="2600" spc="-125" strike="noStrike" u="none">
                <a:solidFill>
                  <a:schemeClr val="dk1"/>
                </a:solidFill>
                <a:effectLst/>
                <a:uFillTx/>
                <a:latin typeface="Trebuchet MS"/>
              </a:rPr>
              <a:t>Vulnerability</a:t>
            </a:r>
            <a:r>
              <a:rPr b="0" i="1" lang="en-US" sz="2600" spc="-264" strike="noStrike" u="none">
                <a:solidFill>
                  <a:schemeClr val="dk1"/>
                </a:solidFill>
                <a:effectLst/>
                <a:uFillTx/>
                <a:latin typeface="Trebuchet MS"/>
              </a:rPr>
              <a:t> </a:t>
            </a:r>
            <a:r>
              <a:rPr b="0" i="1" lang="en-US" sz="2600" strike="noStrike" u="none">
                <a:solidFill>
                  <a:schemeClr val="dk1"/>
                </a:solidFill>
                <a:effectLst/>
                <a:uFillTx/>
                <a:latin typeface="Trebuchet MS"/>
              </a:rPr>
              <a:t>Database</a:t>
            </a:r>
            <a:r>
              <a:rPr b="0" i="1" lang="en-US" sz="2600" spc="-156" strike="noStrike" u="none">
                <a:solidFill>
                  <a:schemeClr val="dk1"/>
                </a:solidFill>
                <a:effectLst/>
                <a:uFillTx/>
                <a:latin typeface="Trebuchet MS"/>
              </a:rPr>
              <a:t> </a:t>
            </a:r>
            <a:r>
              <a:rPr b="0" i="1" lang="en-US" sz="2600" spc="-54" strike="noStrike" u="none">
                <a:solidFill>
                  <a:schemeClr val="dk1"/>
                </a:solidFill>
                <a:effectLst/>
                <a:uFillTx/>
                <a:latin typeface="Trebuchet MS"/>
              </a:rPr>
              <a:t>(NVD)</a:t>
            </a:r>
            <a:r>
              <a:rPr b="0" lang="en-US" sz="2600" spc="-54" strike="noStrike" u="none">
                <a:solidFill>
                  <a:schemeClr val="dk1"/>
                </a:solidFill>
                <a:effectLst/>
                <a:uFillTx/>
                <a:latin typeface="Trebuchet MS"/>
              </a:rPr>
              <a:t>.</a:t>
            </a:r>
            <a:r>
              <a:rPr b="0" lang="en-US" sz="2600" spc="-190" strike="noStrike" u="none">
                <a:solidFill>
                  <a:schemeClr val="dk1"/>
                </a:solidFill>
                <a:effectLst/>
                <a:uFillTx/>
                <a:latin typeface="Trebuchet MS"/>
              </a:rPr>
              <a:t> </a:t>
            </a:r>
            <a:r>
              <a:rPr b="0" lang="en-US" sz="2600" spc="-85" strike="noStrike" u="none">
                <a:solidFill>
                  <a:schemeClr val="dk1"/>
                </a:solidFill>
                <a:effectLst/>
                <a:uFillTx/>
                <a:latin typeface="Trebuchet MS"/>
              </a:rPr>
              <a:t>Retrieved</a:t>
            </a:r>
            <a:r>
              <a:rPr b="0" lang="en-US" sz="2600" spc="-159" strike="noStrike" u="none">
                <a:solidFill>
                  <a:schemeClr val="dk1"/>
                </a:solidFill>
                <a:effectLst/>
                <a:uFillTx/>
                <a:latin typeface="Trebuchet MS"/>
              </a:rPr>
              <a:t> </a:t>
            </a:r>
            <a:r>
              <a:rPr b="0" lang="en-US" sz="2600" spc="-74" strike="noStrike" u="none">
                <a:solidFill>
                  <a:schemeClr val="dk1"/>
                </a:solidFill>
                <a:effectLst/>
                <a:uFillTx/>
                <a:latin typeface="Trebuchet MS"/>
              </a:rPr>
              <a:t>from</a:t>
            </a:r>
            <a:r>
              <a:rPr b="0" lang="en-US" sz="2600" spc="-221" strike="noStrike" u="none">
                <a:solidFill>
                  <a:schemeClr val="dk1"/>
                </a:solidFill>
                <a:effectLst/>
                <a:uFillTx/>
                <a:latin typeface="Trebuchet MS"/>
              </a:rPr>
              <a:t> </a:t>
            </a:r>
            <a:r>
              <a:rPr b="0" lang="en-US" sz="2600" spc="-54" strike="noStrike" u="sng">
                <a:solidFill>
                  <a:srgbClr val="467885"/>
                </a:solidFill>
                <a:effectLst/>
                <a:uFillTx/>
                <a:latin typeface="Trebuchet MS"/>
                <a:hlinkClick r:id="rId2"/>
              </a:rPr>
              <a:t>https://nvd.nist.gov</a:t>
            </a:r>
            <a:endParaRPr b="0" lang="en-US" sz="2600" strike="noStrike" u="none">
              <a:solidFill>
                <a:srgbClr val="000000"/>
              </a:solidFill>
              <a:effectLst/>
              <a:uFillTx/>
              <a:latin typeface="Arial"/>
            </a:endParaRPr>
          </a:p>
          <a:p>
            <a:pPr marL="241200" indent="-228600">
              <a:lnSpc>
                <a:spcPct val="79000"/>
              </a:lnSpc>
              <a:spcBef>
                <a:spcPts val="1046"/>
              </a:spcBef>
              <a:buClr>
                <a:srgbClr val="000000"/>
              </a:buClr>
              <a:buFont typeface="Arial MT"/>
              <a:buChar char="•"/>
              <a:tabLst>
                <a:tab algn="l" pos="241200"/>
              </a:tabLst>
            </a:pPr>
            <a:r>
              <a:rPr b="0" lang="en-US" sz="2600" spc="-34" strike="noStrike" u="none">
                <a:solidFill>
                  <a:schemeClr val="dk1"/>
                </a:solidFill>
                <a:effectLst/>
                <a:uFillTx/>
                <a:latin typeface="Trebuchet MS"/>
              </a:rPr>
              <a:t>Cybersecurity</a:t>
            </a:r>
            <a:r>
              <a:rPr b="0" lang="en-US" sz="2600" spc="-255" strike="noStrike" u="none">
                <a:solidFill>
                  <a:schemeClr val="dk1"/>
                </a:solidFill>
                <a:effectLst/>
                <a:uFillTx/>
                <a:latin typeface="Trebuchet MS"/>
              </a:rPr>
              <a:t> </a:t>
            </a:r>
            <a:r>
              <a:rPr b="0" lang="en-US" sz="2600" strike="noStrike" u="none">
                <a:solidFill>
                  <a:schemeClr val="dk1"/>
                </a:solidFill>
                <a:effectLst/>
                <a:uFillTx/>
                <a:latin typeface="Trebuchet MS"/>
              </a:rPr>
              <a:t>and</a:t>
            </a:r>
            <a:r>
              <a:rPr b="0" lang="en-US" sz="2600" spc="-241" strike="noStrike" u="none">
                <a:solidFill>
                  <a:schemeClr val="dk1"/>
                </a:solidFill>
                <a:effectLst/>
                <a:uFillTx/>
                <a:latin typeface="Trebuchet MS"/>
              </a:rPr>
              <a:t> </a:t>
            </a:r>
            <a:r>
              <a:rPr b="0" lang="en-US" sz="2600" spc="-71" strike="noStrike" u="none">
                <a:solidFill>
                  <a:schemeClr val="dk1"/>
                </a:solidFill>
                <a:effectLst/>
                <a:uFillTx/>
                <a:latin typeface="Trebuchet MS"/>
              </a:rPr>
              <a:t>Infrastructure</a:t>
            </a:r>
            <a:r>
              <a:rPr b="0" lang="en-US" sz="2600" spc="-224" strike="noStrike" u="none">
                <a:solidFill>
                  <a:schemeClr val="dk1"/>
                </a:solidFill>
                <a:effectLst/>
                <a:uFillTx/>
                <a:latin typeface="Trebuchet MS"/>
              </a:rPr>
              <a:t> </a:t>
            </a:r>
            <a:r>
              <a:rPr b="0" lang="en-US" sz="2600" spc="-40" strike="noStrike" u="none">
                <a:solidFill>
                  <a:schemeClr val="dk1"/>
                </a:solidFill>
                <a:effectLst/>
                <a:uFillTx/>
                <a:latin typeface="Trebuchet MS"/>
              </a:rPr>
              <a:t>Security</a:t>
            </a:r>
            <a:r>
              <a:rPr b="0" lang="en-US" sz="2600" spc="-170" strike="noStrike" u="none">
                <a:solidFill>
                  <a:schemeClr val="dk1"/>
                </a:solidFill>
                <a:effectLst/>
                <a:uFillTx/>
                <a:latin typeface="Trebuchet MS"/>
              </a:rPr>
              <a:t> </a:t>
            </a:r>
            <a:r>
              <a:rPr b="0" lang="en-US" sz="2600" spc="-31" strike="noStrike" u="none">
                <a:solidFill>
                  <a:schemeClr val="dk1"/>
                </a:solidFill>
                <a:effectLst/>
                <a:uFillTx/>
                <a:latin typeface="Trebuchet MS"/>
              </a:rPr>
              <a:t>Agency</a:t>
            </a:r>
            <a:r>
              <a:rPr b="0" lang="en-US" sz="2600" spc="-176" strike="noStrike" u="none">
                <a:solidFill>
                  <a:schemeClr val="dk1"/>
                </a:solidFill>
                <a:effectLst/>
                <a:uFillTx/>
                <a:latin typeface="Trebuchet MS"/>
              </a:rPr>
              <a:t> </a:t>
            </a:r>
            <a:r>
              <a:rPr b="0" lang="en-US" sz="2600" spc="-40" strike="noStrike" u="none">
                <a:solidFill>
                  <a:schemeClr val="dk1"/>
                </a:solidFill>
                <a:effectLst/>
                <a:uFillTx/>
                <a:latin typeface="Trebuchet MS"/>
              </a:rPr>
              <a:t>(CISA).</a:t>
            </a:r>
            <a:r>
              <a:rPr b="0" lang="en-US" sz="2600" spc="-184" strike="noStrike" u="none">
                <a:solidFill>
                  <a:schemeClr val="dk1"/>
                </a:solidFill>
                <a:effectLst/>
                <a:uFillTx/>
                <a:latin typeface="Trebuchet MS"/>
              </a:rPr>
              <a:t> </a:t>
            </a:r>
            <a:r>
              <a:rPr b="0" lang="en-US" sz="2600" spc="-79" strike="noStrike" u="none">
                <a:solidFill>
                  <a:schemeClr val="dk1"/>
                </a:solidFill>
                <a:effectLst/>
                <a:uFillTx/>
                <a:latin typeface="Trebuchet MS"/>
              </a:rPr>
              <a:t>(2024).</a:t>
            </a:r>
            <a:r>
              <a:rPr b="0" lang="en-US" sz="2600" spc="-221" strike="noStrike" u="none">
                <a:solidFill>
                  <a:schemeClr val="dk1"/>
                </a:solidFill>
                <a:effectLst/>
                <a:uFillTx/>
                <a:latin typeface="Trebuchet MS"/>
              </a:rPr>
              <a:t> </a:t>
            </a:r>
            <a:r>
              <a:rPr b="0" i="1" lang="en-US" sz="2600" spc="-11" strike="noStrike" u="none">
                <a:solidFill>
                  <a:schemeClr val="dk1"/>
                </a:solidFill>
                <a:effectLst/>
                <a:uFillTx/>
                <a:latin typeface="Trebuchet MS"/>
              </a:rPr>
              <a:t>Known </a:t>
            </a:r>
            <a:r>
              <a:rPr b="0" i="1" lang="en-US" sz="2600" spc="-96" strike="noStrike" u="none">
                <a:solidFill>
                  <a:schemeClr val="dk1"/>
                </a:solidFill>
                <a:effectLst/>
                <a:uFillTx/>
                <a:latin typeface="Trebuchet MS"/>
              </a:rPr>
              <a:t>Exploited</a:t>
            </a:r>
            <a:r>
              <a:rPr b="0" i="1" lang="en-US" sz="2600" spc="-170" strike="noStrike" u="none">
                <a:solidFill>
                  <a:schemeClr val="dk1"/>
                </a:solidFill>
                <a:effectLst/>
                <a:uFillTx/>
                <a:latin typeface="Trebuchet MS"/>
              </a:rPr>
              <a:t> </a:t>
            </a:r>
            <a:r>
              <a:rPr b="0" i="1" lang="en-US" sz="2600" spc="-105" strike="noStrike" u="none">
                <a:solidFill>
                  <a:schemeClr val="dk1"/>
                </a:solidFill>
                <a:effectLst/>
                <a:uFillTx/>
                <a:latin typeface="Trebuchet MS"/>
              </a:rPr>
              <a:t>Vulnerabilities</a:t>
            </a:r>
            <a:r>
              <a:rPr b="0" i="1" lang="en-US" sz="2600" spc="-275" strike="noStrike" u="none">
                <a:solidFill>
                  <a:schemeClr val="dk1"/>
                </a:solidFill>
                <a:effectLst/>
                <a:uFillTx/>
                <a:latin typeface="Trebuchet MS"/>
              </a:rPr>
              <a:t> </a:t>
            </a:r>
            <a:r>
              <a:rPr b="0" i="1" lang="en-US" sz="2600" spc="-71" strike="noStrike" u="none">
                <a:solidFill>
                  <a:schemeClr val="dk1"/>
                </a:solidFill>
                <a:effectLst/>
                <a:uFillTx/>
                <a:latin typeface="Trebuchet MS"/>
              </a:rPr>
              <a:t>(KEV)</a:t>
            </a:r>
            <a:r>
              <a:rPr b="0" i="1" lang="en-US" sz="2600" spc="-221" strike="noStrike" u="none">
                <a:solidFill>
                  <a:schemeClr val="dk1"/>
                </a:solidFill>
                <a:effectLst/>
                <a:uFillTx/>
                <a:latin typeface="Trebuchet MS"/>
              </a:rPr>
              <a:t> </a:t>
            </a:r>
            <a:r>
              <a:rPr b="0" i="1" lang="en-US" sz="2600" spc="-54" strike="noStrike" u="none">
                <a:solidFill>
                  <a:schemeClr val="dk1"/>
                </a:solidFill>
                <a:effectLst/>
                <a:uFillTx/>
                <a:latin typeface="Trebuchet MS"/>
              </a:rPr>
              <a:t>Catalog</a:t>
            </a:r>
            <a:r>
              <a:rPr b="0" lang="en-US" sz="2600" spc="-54" strike="noStrike" u="none">
                <a:solidFill>
                  <a:schemeClr val="dk1"/>
                </a:solidFill>
                <a:effectLst/>
                <a:uFillTx/>
                <a:latin typeface="Trebuchet MS"/>
              </a:rPr>
              <a:t>.</a:t>
            </a:r>
            <a:r>
              <a:rPr b="0" lang="en-US" sz="2600" spc="-181" strike="noStrike" u="none">
                <a:solidFill>
                  <a:schemeClr val="dk1"/>
                </a:solidFill>
                <a:effectLst/>
                <a:uFillTx/>
                <a:latin typeface="Trebuchet MS"/>
              </a:rPr>
              <a:t> </a:t>
            </a:r>
            <a:r>
              <a:rPr b="0" lang="en-US" sz="2600" spc="-85" strike="noStrike" u="none">
                <a:solidFill>
                  <a:schemeClr val="dk1"/>
                </a:solidFill>
                <a:effectLst/>
                <a:uFillTx/>
                <a:latin typeface="Trebuchet MS"/>
              </a:rPr>
              <a:t>Retrieved</a:t>
            </a:r>
            <a:r>
              <a:rPr b="0" lang="en-US" sz="2600" spc="-159" strike="noStrike" u="none">
                <a:solidFill>
                  <a:schemeClr val="dk1"/>
                </a:solidFill>
                <a:effectLst/>
                <a:uFillTx/>
                <a:latin typeface="Trebuchet MS"/>
              </a:rPr>
              <a:t> </a:t>
            </a:r>
            <a:r>
              <a:rPr b="0" lang="en-US" sz="2600" spc="-20" strike="noStrike" u="none">
                <a:solidFill>
                  <a:schemeClr val="dk1"/>
                </a:solidFill>
                <a:effectLst/>
                <a:uFillTx/>
                <a:latin typeface="Trebuchet MS"/>
              </a:rPr>
              <a:t>from </a:t>
            </a:r>
            <a:r>
              <a:rPr b="0" lang="en-US" sz="2600" spc="-119" strike="noStrike" u="sng">
                <a:solidFill>
                  <a:srgbClr val="467885"/>
                </a:solidFill>
                <a:effectLst/>
                <a:uFillTx/>
                <a:latin typeface="Trebuchet MS"/>
                <a:hlinkClick r:id="rId3"/>
              </a:rPr>
              <a:t>https://www.cisa.gov/known</a:t>
            </a:r>
            <a:r>
              <a:rPr b="0" lang="en-US" sz="2600" spc="-119" strike="noStrike" u="sng">
                <a:solidFill>
                  <a:srgbClr val="467885"/>
                </a:solidFill>
                <a:effectLst/>
                <a:uFillTx/>
                <a:latin typeface="Trebuchet MS"/>
                <a:hlinkClick r:id="rId4"/>
              </a:rPr>
              <a:t>-</a:t>
            </a:r>
            <a:r>
              <a:rPr b="0" lang="en-US" sz="2600" spc="-79" strike="noStrike" u="sng">
                <a:solidFill>
                  <a:srgbClr val="467885"/>
                </a:solidFill>
                <a:effectLst/>
                <a:uFillTx/>
                <a:latin typeface="Trebuchet MS"/>
                <a:hlinkClick r:id="rId5"/>
              </a:rPr>
              <a:t>exploited</a:t>
            </a:r>
            <a:r>
              <a:rPr b="0" lang="en-US" sz="2600" spc="-79" strike="noStrike" u="sng">
                <a:solidFill>
                  <a:srgbClr val="467885"/>
                </a:solidFill>
                <a:effectLst/>
                <a:uFillTx/>
                <a:latin typeface="Trebuchet MS"/>
                <a:hlinkClick r:id="rId6"/>
              </a:rPr>
              <a:t>-</a:t>
            </a:r>
            <a:r>
              <a:rPr b="0" lang="en-US" sz="2600" spc="-71" strike="noStrike" u="sng">
                <a:solidFill>
                  <a:srgbClr val="467885"/>
                </a:solidFill>
                <a:effectLst/>
                <a:uFillTx/>
                <a:latin typeface="Trebuchet MS"/>
                <a:hlinkClick r:id="rId7"/>
              </a:rPr>
              <a:t>vulnerabilities</a:t>
            </a:r>
            <a:r>
              <a:rPr b="0" lang="en-US" sz="2600" spc="-71" strike="noStrike" u="sng">
                <a:solidFill>
                  <a:srgbClr val="467885"/>
                </a:solidFill>
                <a:effectLst/>
                <a:uFillTx/>
                <a:latin typeface="Trebuchet MS"/>
                <a:hlinkClick r:id="rId8"/>
              </a:rPr>
              <a:t>-</a:t>
            </a:r>
            <a:r>
              <a:rPr b="0" lang="en-US" sz="2600" spc="-11" strike="noStrike" u="sng">
                <a:solidFill>
                  <a:srgbClr val="467885"/>
                </a:solidFill>
                <a:effectLst/>
                <a:uFillTx/>
                <a:latin typeface="Trebuchet MS"/>
                <a:hlinkClick r:id="rId9"/>
              </a:rPr>
              <a:t>catalog</a:t>
            </a:r>
            <a:endParaRPr b="0" lang="en-US" sz="2600" strike="noStrike" u="none">
              <a:solidFill>
                <a:srgbClr val="000000"/>
              </a:solidFill>
              <a:effectLst/>
              <a:uFillTx/>
              <a:latin typeface="Arial"/>
            </a:endParaRPr>
          </a:p>
          <a:p>
            <a:pPr marL="241200" indent="-228600">
              <a:lnSpc>
                <a:spcPct val="79000"/>
              </a:lnSpc>
              <a:spcBef>
                <a:spcPts val="1049"/>
              </a:spcBef>
              <a:buClr>
                <a:srgbClr val="000000"/>
              </a:buClr>
              <a:buFont typeface="Arial MT"/>
              <a:buChar char="•"/>
              <a:tabLst>
                <a:tab algn="l" pos="241200"/>
              </a:tabLst>
            </a:pPr>
            <a:r>
              <a:rPr b="0" lang="en-US" sz="2600" spc="-71" strike="noStrike" u="none">
                <a:solidFill>
                  <a:schemeClr val="dk1"/>
                </a:solidFill>
                <a:effectLst/>
                <a:uFillTx/>
                <a:latin typeface="Trebuchet MS"/>
              </a:rPr>
              <a:t>Edge,</a:t>
            </a:r>
            <a:r>
              <a:rPr b="0" lang="en-US" sz="2600" spc="-204" strike="noStrike" u="none">
                <a:solidFill>
                  <a:schemeClr val="dk1"/>
                </a:solidFill>
                <a:effectLst/>
                <a:uFillTx/>
                <a:latin typeface="Trebuchet MS"/>
              </a:rPr>
              <a:t> </a:t>
            </a:r>
            <a:r>
              <a:rPr b="0" lang="en-US" sz="2600" spc="-249" strike="noStrike" u="none">
                <a:solidFill>
                  <a:schemeClr val="dk1"/>
                </a:solidFill>
                <a:effectLst/>
                <a:uFillTx/>
                <a:latin typeface="Trebuchet MS"/>
              </a:rPr>
              <a:t>P.,</a:t>
            </a:r>
            <a:r>
              <a:rPr b="0" lang="en-US" sz="2600" spc="-286" strike="noStrike" u="none">
                <a:solidFill>
                  <a:schemeClr val="dk1"/>
                </a:solidFill>
                <a:effectLst/>
                <a:uFillTx/>
                <a:latin typeface="Trebuchet MS"/>
              </a:rPr>
              <a:t> </a:t>
            </a:r>
            <a:r>
              <a:rPr b="0" lang="en-US" sz="2600" spc="136" strike="noStrike" u="none">
                <a:solidFill>
                  <a:schemeClr val="dk1"/>
                </a:solidFill>
                <a:effectLst/>
                <a:uFillTx/>
                <a:latin typeface="Trebuchet MS"/>
              </a:rPr>
              <a:t>C</a:t>
            </a:r>
            <a:r>
              <a:rPr b="0" lang="en-US" sz="2600" spc="-164" strike="noStrike" u="none">
                <a:solidFill>
                  <a:schemeClr val="dk1"/>
                </a:solidFill>
                <a:effectLst/>
                <a:uFillTx/>
                <a:latin typeface="Trebuchet MS"/>
              </a:rPr>
              <a:t> </a:t>
            </a:r>
            <a:r>
              <a:rPr b="0" lang="en-US" sz="2600" strike="noStrike" u="none">
                <a:solidFill>
                  <a:schemeClr val="dk1"/>
                </a:solidFill>
                <a:effectLst/>
                <a:uFillTx/>
                <a:latin typeface="Trebuchet MS"/>
              </a:rPr>
              <a:t>LangChain</a:t>
            </a:r>
            <a:r>
              <a:rPr b="0" lang="en-US" sz="2600" spc="-224" strike="noStrike" u="none">
                <a:solidFill>
                  <a:schemeClr val="dk1"/>
                </a:solidFill>
                <a:effectLst/>
                <a:uFillTx/>
                <a:latin typeface="Trebuchet MS"/>
              </a:rPr>
              <a:t> </a:t>
            </a:r>
            <a:r>
              <a:rPr b="0" lang="en-US" sz="2600" spc="-51" strike="noStrike" u="none">
                <a:solidFill>
                  <a:schemeClr val="dk1"/>
                </a:solidFill>
                <a:effectLst/>
                <a:uFillTx/>
                <a:latin typeface="Trebuchet MS"/>
              </a:rPr>
              <a:t>Contributors.</a:t>
            </a:r>
            <a:r>
              <a:rPr b="0" lang="en-US" sz="2600" spc="-204" strike="noStrike" u="none">
                <a:solidFill>
                  <a:schemeClr val="dk1"/>
                </a:solidFill>
                <a:effectLst/>
                <a:uFillTx/>
                <a:latin typeface="Trebuchet MS"/>
              </a:rPr>
              <a:t> </a:t>
            </a:r>
            <a:r>
              <a:rPr b="0" lang="en-US" sz="2600" spc="-71" strike="noStrike" u="none">
                <a:solidFill>
                  <a:schemeClr val="dk1"/>
                </a:solidFill>
                <a:effectLst/>
                <a:uFillTx/>
                <a:latin typeface="Trebuchet MS"/>
              </a:rPr>
              <a:t>(2024).</a:t>
            </a:r>
            <a:r>
              <a:rPr b="0" lang="en-US" sz="2600" spc="-289" strike="noStrike" u="none">
                <a:solidFill>
                  <a:schemeClr val="dk1"/>
                </a:solidFill>
                <a:effectLst/>
                <a:uFillTx/>
                <a:latin typeface="Trebuchet MS"/>
              </a:rPr>
              <a:t> </a:t>
            </a:r>
            <a:r>
              <a:rPr b="0" i="1" lang="en-US" sz="2600" spc="-26" strike="noStrike" u="none">
                <a:solidFill>
                  <a:schemeClr val="dk1"/>
                </a:solidFill>
                <a:effectLst/>
                <a:uFillTx/>
                <a:latin typeface="Trebuchet MS"/>
              </a:rPr>
              <a:t>LangChain:</a:t>
            </a:r>
            <a:r>
              <a:rPr b="0" i="1" lang="en-US" sz="2600" spc="-210" strike="noStrike" u="none">
                <a:solidFill>
                  <a:schemeClr val="dk1"/>
                </a:solidFill>
                <a:effectLst/>
                <a:uFillTx/>
                <a:latin typeface="Trebuchet MS"/>
              </a:rPr>
              <a:t> </a:t>
            </a:r>
            <a:r>
              <a:rPr b="0" i="1" lang="en-US" sz="2600" spc="-74" strike="noStrike" u="none">
                <a:solidFill>
                  <a:schemeClr val="dk1"/>
                </a:solidFill>
                <a:effectLst/>
                <a:uFillTx/>
                <a:latin typeface="Trebuchet MS"/>
              </a:rPr>
              <a:t>Building</a:t>
            </a:r>
            <a:r>
              <a:rPr b="0" i="1" lang="en-US" sz="2600" spc="-196" strike="noStrike" u="none">
                <a:solidFill>
                  <a:schemeClr val="dk1"/>
                </a:solidFill>
                <a:effectLst/>
                <a:uFillTx/>
                <a:latin typeface="Trebuchet MS"/>
              </a:rPr>
              <a:t> </a:t>
            </a:r>
            <a:r>
              <a:rPr b="0" i="1" lang="en-US" sz="2600" spc="-11" strike="noStrike" u="none">
                <a:solidFill>
                  <a:schemeClr val="dk1"/>
                </a:solidFill>
                <a:effectLst/>
                <a:uFillTx/>
                <a:latin typeface="Trebuchet MS"/>
              </a:rPr>
              <a:t>applications </a:t>
            </a:r>
            <a:r>
              <a:rPr b="0" i="1" lang="en-US" sz="2600" spc="-145" strike="noStrike" u="none">
                <a:solidFill>
                  <a:schemeClr val="dk1"/>
                </a:solidFill>
                <a:effectLst/>
                <a:uFillTx/>
                <a:latin typeface="Trebuchet MS"/>
              </a:rPr>
              <a:t>with</a:t>
            </a:r>
            <a:r>
              <a:rPr b="0" i="1" lang="en-US" sz="2600" spc="-215" strike="noStrike" u="none">
                <a:solidFill>
                  <a:schemeClr val="dk1"/>
                </a:solidFill>
                <a:effectLst/>
                <a:uFillTx/>
                <a:latin typeface="Trebuchet MS"/>
              </a:rPr>
              <a:t> </a:t>
            </a:r>
            <a:r>
              <a:rPr b="0" i="1" lang="en-US" sz="2600" spc="60" strike="noStrike" u="none">
                <a:solidFill>
                  <a:schemeClr val="dk1"/>
                </a:solidFill>
                <a:effectLst/>
                <a:uFillTx/>
                <a:latin typeface="Trebuchet MS"/>
              </a:rPr>
              <a:t>LLMs</a:t>
            </a:r>
            <a:r>
              <a:rPr b="0" i="1" lang="en-US" sz="2600" spc="-184" strike="noStrike" u="none">
                <a:solidFill>
                  <a:schemeClr val="dk1"/>
                </a:solidFill>
                <a:effectLst/>
                <a:uFillTx/>
                <a:latin typeface="Trebuchet MS"/>
              </a:rPr>
              <a:t> </a:t>
            </a:r>
            <a:r>
              <a:rPr b="0" i="1" lang="en-US" sz="2600" spc="-99" strike="noStrike" u="none">
                <a:solidFill>
                  <a:schemeClr val="dk1"/>
                </a:solidFill>
                <a:effectLst/>
                <a:uFillTx/>
                <a:latin typeface="Trebuchet MS"/>
              </a:rPr>
              <a:t>through</a:t>
            </a:r>
            <a:r>
              <a:rPr b="0" i="1" lang="en-US" sz="2600" spc="-204" strike="noStrike" u="none">
                <a:solidFill>
                  <a:schemeClr val="dk1"/>
                </a:solidFill>
                <a:effectLst/>
                <a:uFillTx/>
                <a:latin typeface="Trebuchet MS"/>
              </a:rPr>
              <a:t> </a:t>
            </a:r>
            <a:r>
              <a:rPr b="0" i="1" lang="en-US" sz="2600" spc="-40" strike="noStrike" u="none">
                <a:solidFill>
                  <a:schemeClr val="dk1"/>
                </a:solidFill>
                <a:effectLst/>
                <a:uFillTx/>
                <a:latin typeface="Trebuchet MS"/>
              </a:rPr>
              <a:t>composability</a:t>
            </a:r>
            <a:r>
              <a:rPr b="0" i="1" lang="en-US" sz="2600" spc="-235" strike="noStrike" u="none">
                <a:solidFill>
                  <a:schemeClr val="dk1"/>
                </a:solidFill>
                <a:effectLst/>
                <a:uFillTx/>
                <a:latin typeface="Trebuchet MS"/>
              </a:rPr>
              <a:t> </a:t>
            </a:r>
            <a:r>
              <a:rPr b="0" lang="en-US" sz="2600" spc="-79" strike="noStrike" u="none">
                <a:solidFill>
                  <a:schemeClr val="dk1"/>
                </a:solidFill>
                <a:effectLst/>
                <a:uFillTx/>
                <a:latin typeface="Trebuchet MS"/>
              </a:rPr>
              <a:t>[Software</a:t>
            </a:r>
            <a:r>
              <a:rPr b="0" lang="en-US" sz="2600" spc="-150" strike="noStrike" u="none">
                <a:solidFill>
                  <a:schemeClr val="dk1"/>
                </a:solidFill>
                <a:effectLst/>
                <a:uFillTx/>
                <a:latin typeface="Trebuchet MS"/>
              </a:rPr>
              <a:t> </a:t>
            </a:r>
            <a:r>
              <a:rPr b="0" lang="en-US" sz="2600" spc="-65" strike="noStrike" u="none">
                <a:solidFill>
                  <a:schemeClr val="dk1"/>
                </a:solidFill>
                <a:effectLst/>
                <a:uFillTx/>
                <a:latin typeface="Trebuchet MS"/>
              </a:rPr>
              <a:t>documentation].</a:t>
            </a:r>
            <a:r>
              <a:rPr b="0" lang="en-US" sz="2600" spc="-184" strike="noStrike" u="none">
                <a:solidFill>
                  <a:schemeClr val="dk1"/>
                </a:solidFill>
                <a:effectLst/>
                <a:uFillTx/>
                <a:latin typeface="Trebuchet MS"/>
              </a:rPr>
              <a:t> </a:t>
            </a:r>
            <a:r>
              <a:rPr b="0" lang="en-US" sz="2600" spc="-85" strike="noStrike" u="none">
                <a:solidFill>
                  <a:schemeClr val="dk1"/>
                </a:solidFill>
                <a:effectLst/>
                <a:uFillTx/>
                <a:latin typeface="Trebuchet MS"/>
              </a:rPr>
              <a:t>Retrieved</a:t>
            </a:r>
            <a:r>
              <a:rPr b="0" lang="en-US" sz="2600" spc="-164" strike="noStrike" u="none">
                <a:solidFill>
                  <a:schemeClr val="dk1"/>
                </a:solidFill>
                <a:effectLst/>
                <a:uFillTx/>
                <a:latin typeface="Trebuchet MS"/>
              </a:rPr>
              <a:t> </a:t>
            </a:r>
            <a:r>
              <a:rPr b="0" lang="en-US" sz="2600" spc="-20" strike="noStrike" u="none">
                <a:solidFill>
                  <a:schemeClr val="dk1"/>
                </a:solidFill>
                <a:effectLst/>
                <a:uFillTx/>
                <a:latin typeface="Trebuchet MS"/>
              </a:rPr>
              <a:t>from </a:t>
            </a:r>
            <a:r>
              <a:rPr b="0" lang="en-US" sz="2600" spc="-45" strike="noStrike" u="sng">
                <a:solidFill>
                  <a:srgbClr val="467885"/>
                </a:solidFill>
                <a:effectLst/>
                <a:uFillTx/>
                <a:latin typeface="Trebuchet MS"/>
                <a:hlinkClick r:id="rId10"/>
              </a:rPr>
              <a:t>https://python.langchain.com</a:t>
            </a:r>
            <a:endParaRPr b="0" lang="en-US" sz="2600" strike="noStrike" u="none">
              <a:solidFill>
                <a:srgbClr val="000000"/>
              </a:solidFill>
              <a:effectLst/>
              <a:uFillTx/>
              <a:latin typeface="Arial"/>
            </a:endParaRPr>
          </a:p>
          <a:p>
            <a:pPr marL="241200" indent="-228600">
              <a:lnSpc>
                <a:spcPct val="79000"/>
              </a:lnSpc>
              <a:spcBef>
                <a:spcPts val="1049"/>
              </a:spcBef>
              <a:buClr>
                <a:srgbClr val="000000"/>
              </a:buClr>
              <a:buFont typeface="Arial MT"/>
              <a:buChar char="•"/>
              <a:tabLst>
                <a:tab algn="l" pos="241200"/>
              </a:tabLst>
            </a:pPr>
            <a:r>
              <a:rPr b="0" lang="en-US" sz="2600" spc="-65" strike="noStrike" u="none">
                <a:solidFill>
                  <a:schemeClr val="dk1"/>
                </a:solidFill>
                <a:effectLst/>
                <a:uFillTx/>
                <a:latin typeface="Trebuchet MS"/>
              </a:rPr>
              <a:t>Neo4j,</a:t>
            </a:r>
            <a:r>
              <a:rPr b="0" lang="en-US" sz="2600" spc="-176" strike="noStrike" u="none">
                <a:solidFill>
                  <a:schemeClr val="dk1"/>
                </a:solidFill>
                <a:effectLst/>
                <a:uFillTx/>
                <a:latin typeface="Trebuchet MS"/>
              </a:rPr>
              <a:t> </a:t>
            </a:r>
            <a:r>
              <a:rPr b="0" lang="en-US" sz="2600" spc="-79" strike="noStrike" u="none">
                <a:solidFill>
                  <a:schemeClr val="dk1"/>
                </a:solidFill>
                <a:effectLst/>
                <a:uFillTx/>
                <a:latin typeface="Trebuchet MS"/>
              </a:rPr>
              <a:t>Inc.</a:t>
            </a:r>
            <a:r>
              <a:rPr b="0" lang="en-US" sz="2600" spc="-170" strike="noStrike" u="none">
                <a:solidFill>
                  <a:schemeClr val="dk1"/>
                </a:solidFill>
                <a:effectLst/>
                <a:uFillTx/>
                <a:latin typeface="Trebuchet MS"/>
              </a:rPr>
              <a:t> </a:t>
            </a:r>
            <a:r>
              <a:rPr b="0" lang="en-US" sz="2600" spc="-79" strike="noStrike" u="none">
                <a:solidFill>
                  <a:schemeClr val="dk1"/>
                </a:solidFill>
                <a:effectLst/>
                <a:uFillTx/>
                <a:latin typeface="Trebuchet MS"/>
              </a:rPr>
              <a:t>(2024).</a:t>
            </a:r>
            <a:r>
              <a:rPr b="0" lang="en-US" sz="2600" spc="-196" strike="noStrike" u="none">
                <a:solidFill>
                  <a:schemeClr val="dk1"/>
                </a:solidFill>
                <a:effectLst/>
                <a:uFillTx/>
                <a:latin typeface="Trebuchet MS"/>
              </a:rPr>
              <a:t> </a:t>
            </a:r>
            <a:r>
              <a:rPr b="0" i="1" lang="en-US" sz="2600" spc="-31" strike="noStrike" u="none">
                <a:solidFill>
                  <a:schemeClr val="dk1"/>
                </a:solidFill>
                <a:effectLst/>
                <a:uFillTx/>
                <a:latin typeface="Trebuchet MS"/>
              </a:rPr>
              <a:t>Neo4j</a:t>
            </a:r>
            <a:r>
              <a:rPr b="0" i="1" lang="en-US" sz="2600" spc="-201" strike="noStrike" u="none">
                <a:solidFill>
                  <a:schemeClr val="dk1"/>
                </a:solidFill>
                <a:effectLst/>
                <a:uFillTx/>
                <a:latin typeface="Trebuchet MS"/>
              </a:rPr>
              <a:t> </a:t>
            </a:r>
            <a:r>
              <a:rPr b="0" i="1" lang="en-US" sz="2600" spc="-54" strike="noStrike" u="none">
                <a:solidFill>
                  <a:schemeClr val="dk1"/>
                </a:solidFill>
                <a:effectLst/>
                <a:uFillTx/>
                <a:latin typeface="Trebuchet MS"/>
              </a:rPr>
              <a:t>Graph</a:t>
            </a:r>
            <a:r>
              <a:rPr b="0" i="1" lang="en-US" sz="2600" spc="-204" strike="noStrike" u="none">
                <a:solidFill>
                  <a:schemeClr val="dk1"/>
                </a:solidFill>
                <a:effectLst/>
                <a:uFillTx/>
                <a:latin typeface="Trebuchet MS"/>
              </a:rPr>
              <a:t> </a:t>
            </a:r>
            <a:r>
              <a:rPr b="0" i="1" lang="en-US" sz="2600" spc="-45" strike="noStrike" u="none">
                <a:solidFill>
                  <a:schemeClr val="dk1"/>
                </a:solidFill>
                <a:effectLst/>
                <a:uFillTx/>
                <a:latin typeface="Trebuchet MS"/>
              </a:rPr>
              <a:t>Data</a:t>
            </a:r>
            <a:r>
              <a:rPr b="0" i="1" lang="en-US" sz="2600" spc="-156" strike="noStrike" u="none">
                <a:solidFill>
                  <a:schemeClr val="dk1"/>
                </a:solidFill>
                <a:effectLst/>
                <a:uFillTx/>
                <a:latin typeface="Trebuchet MS"/>
              </a:rPr>
              <a:t> </a:t>
            </a:r>
            <a:r>
              <a:rPr b="0" i="1" lang="en-US" sz="2600" strike="noStrike" u="none">
                <a:solidFill>
                  <a:schemeClr val="dk1"/>
                </a:solidFill>
                <a:effectLst/>
                <a:uFillTx/>
                <a:latin typeface="Trebuchet MS"/>
              </a:rPr>
              <a:t>Science</a:t>
            </a:r>
            <a:r>
              <a:rPr b="0" i="1" lang="en-US" sz="2600" spc="-230" strike="noStrike" u="none">
                <a:solidFill>
                  <a:schemeClr val="dk1"/>
                </a:solidFill>
                <a:effectLst/>
                <a:uFillTx/>
                <a:latin typeface="Trebuchet MS"/>
              </a:rPr>
              <a:t> </a:t>
            </a:r>
            <a:r>
              <a:rPr b="0" i="1" lang="en-US" sz="2600" strike="noStrike" u="none">
                <a:solidFill>
                  <a:schemeClr val="dk1"/>
                </a:solidFill>
                <a:effectLst/>
                <a:uFillTx/>
                <a:latin typeface="Trebuchet MS"/>
              </a:rPr>
              <a:t>and</a:t>
            </a:r>
            <a:r>
              <a:rPr b="0" i="1" lang="en-US" sz="2600" spc="-235" strike="noStrike" u="none">
                <a:solidFill>
                  <a:schemeClr val="dk1"/>
                </a:solidFill>
                <a:effectLst/>
                <a:uFillTx/>
                <a:latin typeface="Trebuchet MS"/>
              </a:rPr>
              <a:t> </a:t>
            </a:r>
            <a:r>
              <a:rPr b="0" i="1" lang="en-US" sz="2600" spc="-34" strike="noStrike" u="none">
                <a:solidFill>
                  <a:schemeClr val="dk1"/>
                </a:solidFill>
                <a:effectLst/>
                <a:uFillTx/>
                <a:latin typeface="Trebuchet MS"/>
              </a:rPr>
              <a:t>GraphRAG</a:t>
            </a:r>
            <a:r>
              <a:rPr b="0" i="1" lang="en-US" sz="2600" spc="-249" strike="noStrike" u="none">
                <a:solidFill>
                  <a:schemeClr val="dk1"/>
                </a:solidFill>
                <a:effectLst/>
                <a:uFillTx/>
                <a:latin typeface="Trebuchet MS"/>
              </a:rPr>
              <a:t> </a:t>
            </a:r>
            <a:r>
              <a:rPr b="0" i="1" lang="en-US" sz="2600" spc="-31" strike="noStrike" u="none">
                <a:solidFill>
                  <a:schemeClr val="dk1"/>
                </a:solidFill>
                <a:effectLst/>
                <a:uFillTx/>
                <a:latin typeface="Trebuchet MS"/>
              </a:rPr>
              <a:t>documentation</a:t>
            </a:r>
            <a:r>
              <a:rPr b="0" lang="en-US" sz="2600" spc="-31" strike="noStrike" u="none">
                <a:solidFill>
                  <a:schemeClr val="dk1"/>
                </a:solidFill>
                <a:effectLst/>
                <a:uFillTx/>
                <a:latin typeface="Trebuchet MS"/>
              </a:rPr>
              <a:t>. </a:t>
            </a:r>
            <a:r>
              <a:rPr b="0" lang="en-US" sz="2600" spc="-85" strike="noStrike" u="none">
                <a:solidFill>
                  <a:schemeClr val="dk1"/>
                </a:solidFill>
                <a:effectLst/>
                <a:uFillTx/>
                <a:latin typeface="Trebuchet MS"/>
              </a:rPr>
              <a:t>Retrieved</a:t>
            </a:r>
            <a:r>
              <a:rPr b="0" lang="en-US" sz="2600" spc="-170" strike="noStrike" u="none">
                <a:solidFill>
                  <a:schemeClr val="dk1"/>
                </a:solidFill>
                <a:effectLst/>
                <a:uFillTx/>
                <a:latin typeface="Trebuchet MS"/>
              </a:rPr>
              <a:t> </a:t>
            </a:r>
            <a:r>
              <a:rPr b="0" lang="en-US" sz="2600" spc="-74" strike="noStrike" u="none">
                <a:solidFill>
                  <a:schemeClr val="dk1"/>
                </a:solidFill>
                <a:effectLst/>
                <a:uFillTx/>
                <a:latin typeface="Trebuchet MS"/>
              </a:rPr>
              <a:t>from</a:t>
            </a:r>
            <a:r>
              <a:rPr b="0" lang="en-US" sz="2600" spc="-249" strike="noStrike" u="none">
                <a:solidFill>
                  <a:schemeClr val="dk1"/>
                </a:solidFill>
                <a:effectLst/>
                <a:uFillTx/>
                <a:latin typeface="Trebuchet MS"/>
              </a:rPr>
              <a:t> </a:t>
            </a:r>
            <a:r>
              <a:rPr b="0" lang="en-US" sz="2600" spc="-54" strike="noStrike" u="sng">
                <a:solidFill>
                  <a:srgbClr val="467885"/>
                </a:solidFill>
                <a:effectLst/>
                <a:uFillTx/>
                <a:latin typeface="Trebuchet MS"/>
                <a:hlinkClick r:id="rId11"/>
              </a:rPr>
              <a:t>https://neo4j.com/docs</a:t>
            </a:r>
            <a:endParaRPr b="0" lang="en-US" sz="2600" strike="noStrike" u="none">
              <a:solidFill>
                <a:srgbClr val="000000"/>
              </a:solidFill>
              <a:effectLst/>
              <a:uFillTx/>
              <a:latin typeface="Arial"/>
            </a:endParaRPr>
          </a:p>
        </p:txBody>
      </p:sp>
      <p:sp>
        <p:nvSpPr>
          <p:cNvPr id="93" name="object 8"/>
          <p:cNvSpPr/>
          <p:nvPr/>
        </p:nvSpPr>
        <p:spPr>
          <a:xfrm>
            <a:off x="2819160" y="5749200"/>
            <a:ext cx="3371040" cy="8640"/>
          </a:xfrm>
          <a:custGeom>
            <a:avLst/>
            <a:gdLst>
              <a:gd name="textAreaLeft" fmla="*/ 0 w 3371040"/>
              <a:gd name="textAreaRight" fmla="*/ 3371760 w 3371040"/>
              <a:gd name="textAreaTop" fmla="*/ 0 h 8640"/>
              <a:gd name="textAreaBottom" fmla="*/ 9360 h 8640"/>
            </a:gdLst>
            <a:ahLst/>
            <a:cxnLst/>
            <a:rect l="textAreaLeft" t="textAreaTop" r="textAreaRight" b="textAreaBottom"/>
            <a:pathLst>
              <a:path w="3371850" h="9525">
                <a:moveTo>
                  <a:pt x="3371850" y="0"/>
                </a:moveTo>
                <a:lnTo>
                  <a:pt x="0" y="0"/>
                </a:lnTo>
                <a:lnTo>
                  <a:pt x="0" y="9525"/>
                </a:lnTo>
                <a:lnTo>
                  <a:pt x="3371850" y="9525"/>
                </a:lnTo>
                <a:lnTo>
                  <a:pt x="3371850" y="0"/>
                </a:lnTo>
                <a:close/>
              </a:path>
            </a:pathLst>
          </a:custGeom>
          <a:solidFill>
            <a:srgbClr val="467885"/>
          </a:solidFill>
          <a:ln w="0">
            <a:noFill/>
          </a:ln>
        </p:spPr>
        <p:style>
          <a:lnRef idx="0"/>
          <a:fillRef idx="0"/>
          <a:effectRef idx="0"/>
          <a:fontRef idx="minor"/>
        </p:style>
        <p:txBody>
          <a:bodyPr lIns="0" rIns="0" tIns="0" bIns="0" anchor="t">
            <a:noAutofit/>
          </a:bodyPr>
          <a:p>
            <a:pPr>
              <a:lnSpc>
                <a:spcPct val="100000"/>
              </a:lnSpc>
            </a:pPr>
            <a:endParaRPr b="0" lang="en-US" sz="1800" strike="noStrike" u="none">
              <a:solidFill>
                <a:srgbClr val="ffffff"/>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3905640" y="2843640"/>
            <a:ext cx="4385160" cy="2026440"/>
          </a:xfrm>
          <a:prstGeom prst="rect">
            <a:avLst/>
          </a:prstGeom>
          <a:noFill/>
          <a:ln w="0">
            <a:noFill/>
          </a:ln>
        </p:spPr>
        <p:txBody>
          <a:bodyPr lIns="0" rIns="0" tIns="14040" bIns="0" anchor="t">
            <a:spAutoFit/>
          </a:bodyPr>
          <a:p>
            <a:pPr marL="12600" indent="0">
              <a:lnSpc>
                <a:spcPct val="100000"/>
              </a:lnSpc>
              <a:spcBef>
                <a:spcPts val="111"/>
              </a:spcBef>
              <a:buNone/>
              <a:tabLst>
                <a:tab algn="l" pos="0"/>
              </a:tabLst>
            </a:pPr>
            <a:r>
              <a:rPr b="1" lang="en-US" sz="6600" strike="noStrike" u="none">
                <a:solidFill>
                  <a:srgbClr val="00afef"/>
                </a:solidFill>
                <a:effectLst/>
                <a:uFillTx/>
                <a:latin typeface="Cambria"/>
              </a:rPr>
              <a:t>Thank</a:t>
            </a:r>
            <a:r>
              <a:rPr b="1" lang="en-US" sz="6600" spc="-65" strike="noStrike" u="none">
                <a:solidFill>
                  <a:srgbClr val="00afef"/>
                </a:solidFill>
                <a:effectLst/>
                <a:uFillTx/>
                <a:latin typeface="Cambria"/>
              </a:rPr>
              <a:t> </a:t>
            </a:r>
            <a:r>
              <a:rPr b="1" lang="en-US" sz="6600" spc="-524" strike="noStrike" u="none">
                <a:solidFill>
                  <a:srgbClr val="00afef"/>
                </a:solidFill>
                <a:effectLst/>
                <a:uFillTx/>
                <a:latin typeface="Cambria"/>
              </a:rPr>
              <a:t>Y</a:t>
            </a:r>
            <a:r>
              <a:rPr b="1" lang="en-US" sz="6600" spc="20" strike="noStrike" u="none">
                <a:solidFill>
                  <a:srgbClr val="00afef"/>
                </a:solidFill>
                <a:effectLst/>
                <a:uFillTx/>
                <a:latin typeface="Cambria"/>
              </a:rPr>
              <a:t>o</a:t>
            </a:r>
            <a:r>
              <a:rPr b="1" lang="en-US" sz="6600" spc="-31" strike="noStrike" u="none">
                <a:solidFill>
                  <a:srgbClr val="00afef"/>
                </a:solidFill>
                <a:effectLst/>
                <a:uFillTx/>
                <a:latin typeface="Cambria"/>
              </a:rPr>
              <a:t>u</a:t>
            </a:r>
            <a:r>
              <a:rPr b="1" lang="en-US" sz="6600" spc="26" strike="noStrike" u="none">
                <a:solidFill>
                  <a:srgbClr val="00afef"/>
                </a:solidFill>
                <a:effectLst/>
                <a:uFillTx/>
                <a:latin typeface="Cambria"/>
              </a:rPr>
              <a:t>!</a:t>
            </a:r>
            <a:endParaRPr b="0" lang="en-US" sz="6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67885"/>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67885"/>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67885"/>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67885"/>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67885"/>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170</TotalTime>
  <Application>LibreOffice/25.2.7.2$Linux_X86_64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2026-08-19T03:59:04Z</dcterms:created>
  <dc:creator/>
  <dc:description/>
  <dc:language>en-US</dc:language>
  <cp:lastModifiedBy/>
  <dcterms:modified xsi:type="dcterms:W3CDTF">2026-08-21T14:59:12Z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v10.0.20070.1</vt:lpwstr>
  </property>
  <property fmtid="{D5CDD505-2E9C-101B-9397-08002B2CF9AE}" pid="3" name="Created">
    <vt:filetime>2026-07-02T00:00:00Z</vt:filetime>
  </property>
  <property fmtid="{D5CDD505-2E9C-101B-9397-08002B2CF9AE}" pid="4" name="LastSaved">
    <vt:filetime>2026-08-19T00:00:00Z</vt:filetime>
  </property>
  <property fmtid="{D5CDD505-2E9C-101B-9397-08002B2CF9AE}" pid="5" name="PresentationFormat">
    <vt:lpwstr>On-screen Show (4:3)</vt:lpwstr>
  </property>
</Properties>
</file>