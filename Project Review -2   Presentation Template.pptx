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7" r:id="rId3"/>
    <p:sldId id="268" r:id="rId4"/>
    <p:sldId id="266" r:id="rId5"/>
    <p:sldId id="262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578"/>
    <a:srgbClr val="FF6600"/>
    <a:srgbClr val="FF0066"/>
    <a:srgbClr val="F3F7FF"/>
    <a:srgbClr val="DDE8FF"/>
    <a:srgbClr val="F3FAFF"/>
    <a:srgbClr val="E7F5FF"/>
    <a:srgbClr val="CDEAFF"/>
    <a:srgbClr val="FEF8FC"/>
    <a:srgbClr val="FC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1F40F-165E-40CE-AF84-6CDB68BF870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F90F1-2467-457D-99A5-5A9343904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343C-8127-1258-E9DF-EE5FBB973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6CF94-B4A4-7FB2-3E23-B287C5F6E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7579-6D5E-5D38-4156-0A63CE33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69B0-AE88-EBAB-1331-035CAEC8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ADCF-9A84-5546-D595-ED3A7C1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AC58-4E75-B9B4-DD8B-4D25F604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D94A-A679-5F94-E4F6-8DD7AA86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7952-64D6-6E1D-61AF-B7D79DB1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82CD7-F904-E353-548C-CACAD9D1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3595-DC14-D85B-D84A-2DF824ED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2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476-CF38-1D79-ED27-C733048D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8F996-4D87-8A99-8A9A-01379E37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56F3-D2F0-52E7-DC1B-0C486FFB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7E55-4628-1157-274A-3EF14585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53F6C-BA0B-A877-BF17-8B45E9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8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4AF7-7823-341A-3744-75DC63C3A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FEFD-F9C3-3DAE-858E-00D887944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D1562-ABF0-CC28-D2C4-C633152C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EE5AA-EA07-6D83-B362-B76F665A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3023A-F339-B53D-7E4A-2444445A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2E6C6-AB7F-4959-6D62-21B78754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9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9E3A-6BB5-BA55-C8E7-1830CB5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67B83-98A9-9B9C-5C0C-9733C5EC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E86CD-DA3D-D391-8FAA-38FBA9CFF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1F7CF-FE7E-CE5D-EF9C-9E2D7FD39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48E8C-68D9-E64F-1BE4-B9C265D36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CF674-9A3A-3044-645F-E8052F9B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B99EB-4BF6-48AE-D4AC-8C09B612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6F228-AB23-AF97-9C06-8CCB6934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7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DD9D-E95C-3CDA-6C7A-23542737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E453C-3392-3A29-A015-13DB08E6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D47A0-CF43-F356-0270-F4DF4727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9356C-6631-9C3A-AE27-AD51D4C1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0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D4A0C-5A28-2B3C-8975-67D09ED1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47152-AF98-DFA8-628D-8204B135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8FA1-05D6-E569-A37A-E51368C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2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BF50-0C1D-BD91-DD07-B1F880FE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D7D4-BDCA-BC98-E234-3EE780F0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94E5-BD7D-58BF-E1E3-217A84801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7B03F-ADE7-373C-C062-83B1106B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AD0E-F03E-82E7-CB51-F87CA422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C2178-89AE-2D65-3C8A-C80DD8C2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4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942F-D40E-0AA3-0409-4AD39B39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3E1BA-37F0-2DEA-B7FE-7FD565BFC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AE0E8-D94A-3534-C8B6-58AE529E7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DCC99-9E10-09F9-AD30-FF6E9144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F6FBC-07D0-7226-C83D-F484DE16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8E6EC-1C36-2D56-53B9-AAC08C98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ED5E-E518-1462-9F03-02EB2A35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73FA3-723E-3C3F-511B-0B95F1BD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E419-E8D7-3672-2612-A7604BE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8BAEA-896A-AD8A-285C-C9D9ACED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B0A7-2238-48EC-922E-1EB2F121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D2BAD-FA66-E62B-2199-72CACB838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04CA8-A123-79DB-FECA-162237D1B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22216-AD79-4A9C-5C9A-1DDECCB8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00899-63C0-CE8F-6DB3-E5957E1E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2E4F-8D10-2A48-F1B7-063AF1AE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0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11D91-9AC8-31CA-8712-A7ECA0E4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4E577-CF97-9AEF-4526-D8738FE5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AAA1C-BFE5-D2C1-7E75-080D51409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ACD0C-F12A-4D68-B39F-1F8622420A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E625-6497-CFBC-C695-85968D6B8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110E-1343-465B-DA09-01A34C241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0563-83A6-EA20-0896-20220B48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6996BB-8738-0D83-66E9-F18820362BAC}"/>
              </a:ext>
            </a:extLst>
          </p:cNvPr>
          <p:cNvSpPr/>
          <p:nvPr/>
        </p:nvSpPr>
        <p:spPr>
          <a:xfrm>
            <a:off x="1165123" y="1425678"/>
            <a:ext cx="9861754" cy="686626"/>
          </a:xfrm>
          <a:custGeom>
            <a:avLst/>
            <a:gdLst>
              <a:gd name="csX0" fmla="*/ 283503 w 9861754"/>
              <a:gd name="csY0" fmla="*/ 0 h 686626"/>
              <a:gd name="csX1" fmla="*/ 9578251 w 9861754"/>
              <a:gd name="csY1" fmla="*/ 0 h 686626"/>
              <a:gd name="csX2" fmla="*/ 9861754 w 9861754"/>
              <a:gd name="csY2" fmla="*/ 283503 h 686626"/>
              <a:gd name="csX3" fmla="*/ 9861754 w 9861754"/>
              <a:gd name="csY3" fmla="*/ 686626 h 686626"/>
              <a:gd name="csX4" fmla="*/ 9578251 w 9861754"/>
              <a:gd name="csY4" fmla="*/ 403123 h 686626"/>
              <a:gd name="csX5" fmla="*/ 283503 w 9861754"/>
              <a:gd name="csY5" fmla="*/ 403123 h 686626"/>
              <a:gd name="csX6" fmla="*/ 0 w 9861754"/>
              <a:gd name="csY6" fmla="*/ 686626 h 686626"/>
              <a:gd name="csX7" fmla="*/ 0 w 9861754"/>
              <a:gd name="csY7" fmla="*/ 283503 h 686626"/>
              <a:gd name="csX8" fmla="*/ 283503 w 9861754"/>
              <a:gd name="csY8" fmla="*/ 0 h 686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861754" h="686626">
                <a:moveTo>
                  <a:pt x="283503" y="0"/>
                </a:moveTo>
                <a:lnTo>
                  <a:pt x="9578251" y="0"/>
                </a:lnTo>
                <a:cubicBezTo>
                  <a:pt x="9734825" y="0"/>
                  <a:pt x="9861754" y="126929"/>
                  <a:pt x="9861754" y="283503"/>
                </a:cubicBezTo>
                <a:lnTo>
                  <a:pt x="9861754" y="686626"/>
                </a:lnTo>
                <a:cubicBezTo>
                  <a:pt x="9861754" y="530052"/>
                  <a:pt x="9734825" y="403123"/>
                  <a:pt x="9578251" y="403123"/>
                </a:cubicBezTo>
                <a:lnTo>
                  <a:pt x="283503" y="403123"/>
                </a:lnTo>
                <a:cubicBezTo>
                  <a:pt x="126929" y="403123"/>
                  <a:pt x="0" y="530052"/>
                  <a:pt x="0" y="686626"/>
                </a:cubicBezTo>
                <a:lnTo>
                  <a:pt x="0" y="283503"/>
                </a:lnTo>
                <a:cubicBezTo>
                  <a:pt x="0" y="126929"/>
                  <a:pt x="126929" y="0"/>
                  <a:pt x="283503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5AAC5A-7ED0-68F8-8AC5-F388BC2FE97C}"/>
              </a:ext>
            </a:extLst>
          </p:cNvPr>
          <p:cNvSpPr/>
          <p:nvPr/>
        </p:nvSpPr>
        <p:spPr>
          <a:xfrm>
            <a:off x="1165123" y="1828801"/>
            <a:ext cx="9861754" cy="1700981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31C8AA7-8A00-43DA-CB19-F61E86F71520}"/>
              </a:ext>
            </a:extLst>
          </p:cNvPr>
          <p:cNvSpPr/>
          <p:nvPr/>
        </p:nvSpPr>
        <p:spPr>
          <a:xfrm>
            <a:off x="1435509" y="1496553"/>
            <a:ext cx="2196000" cy="28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pc="300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F359E9-B6DD-9EEB-2E3E-7BE5FDBEC5AC}"/>
              </a:ext>
            </a:extLst>
          </p:cNvPr>
          <p:cNvSpPr/>
          <p:nvPr/>
        </p:nvSpPr>
        <p:spPr>
          <a:xfrm>
            <a:off x="4755078" y="1480991"/>
            <a:ext cx="6120000" cy="288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ES3701 </a:t>
            </a:r>
            <a:r>
              <a:rPr lang="en-IN" sz="1600" b="1" spc="3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Phase I</a:t>
            </a:r>
            <a:endParaRPr lang="en-IN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sz="1400" b="1" spc="3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4FF3B8A7-62C3-3747-13B5-05CE7377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386" y="3564197"/>
            <a:ext cx="7079227" cy="286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ctr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7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 Name	: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 </a:t>
            </a:r>
            <a:r>
              <a:rPr lang="en-US" altLang="en-US" sz="15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No.	: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 Section	: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 Name	: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 </a:t>
            </a:r>
            <a:r>
              <a:rPr lang="en-US" altLang="en-US" sz="15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No.	: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 Section	: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Guide </a:t>
            </a:r>
          </a:p>
        </p:txBody>
      </p:sp>
    </p:spTree>
    <p:extLst>
      <p:ext uri="{BB962C8B-B14F-4D97-AF65-F5344CB8AC3E}">
        <p14:creationId xmlns:p14="http://schemas.microsoft.com/office/powerpoint/2010/main" val="164347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1D62-73A1-35F4-B483-B58F3B73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DF512-07FD-E99F-51AE-1196FE5B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849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E255-FC98-5824-C72B-093A8003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48F8D-8DB4-1A0C-0435-C6BAD8DC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collection and analysis</a:t>
            </a:r>
            <a:endParaRPr lang="en-IN" sz="3600" b="1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27D6B7-C0B1-2396-ED95-08089082D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US" dirty="0"/>
              <a:t>Identification of resources and tools required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70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9220-C233-2A9D-7DE2-32CC57A7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41250-19A0-5FA6-F581-0313EAA33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55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2D18-5736-B13B-9BAE-592388EF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9106-6964-3A58-AFB7-B90897BB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lvl="0" algn="ctr"/>
            <a:r>
              <a:rPr lang="en-US" sz="3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 and System Design</a:t>
            </a:r>
            <a:endParaRPr lang="en-IN" sz="3600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2BED25-8281-A88F-D898-0F4C7B91C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US" dirty="0"/>
              <a:t>Proposed methodology</a:t>
            </a:r>
            <a:endParaRPr lang="en-IN" dirty="0"/>
          </a:p>
          <a:p>
            <a:r>
              <a:rPr lang="en-US" dirty="0"/>
              <a:t>Architecture / Flowchart / UML diagrams</a:t>
            </a:r>
            <a:endParaRPr lang="en-IN" dirty="0"/>
          </a:p>
          <a:p>
            <a:r>
              <a:rPr lang="en-US" dirty="0"/>
              <a:t>Selection of algorithms, tools, and technologies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27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D26C-08B1-DDCC-AC69-3AACEF98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90B4-4498-0444-8B83-4246EC4E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EFA4A4-230D-2985-2F21-8AFA76F00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13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5BFE-A197-8561-F3D1-AC6782F2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B956-F31A-B84C-394E-FECA6187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1697"/>
            <a:ext cx="10515600" cy="2474605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5800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90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</vt:lpstr>
      <vt:lpstr>Times New Roman</vt:lpstr>
      <vt:lpstr>Office Theme</vt:lpstr>
      <vt:lpstr>PowerPoint Presentation</vt:lpstr>
      <vt:lpstr>Abstract</vt:lpstr>
      <vt:lpstr>Data collection and analysis</vt:lpstr>
      <vt:lpstr>PowerPoint Presentation</vt:lpstr>
      <vt:lpstr>Methodology and System Design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Perike</dc:creator>
  <cp:lastModifiedBy>hp</cp:lastModifiedBy>
  <cp:revision>300</cp:revision>
  <dcterms:created xsi:type="dcterms:W3CDTF">2026-06-12T06:07:18Z</dcterms:created>
  <dcterms:modified xsi:type="dcterms:W3CDTF">2026-06-25T04:03:46Z</dcterms:modified>
</cp:coreProperties>
</file>